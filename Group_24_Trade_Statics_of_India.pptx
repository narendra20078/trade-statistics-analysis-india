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58" r:id="rId4"/>
  </p:sldMasterIdLst>
  <p:notesMasterIdLst>
    <p:notesMasterId r:id="rId18"/>
  </p:notesMasterIdLst>
  <p:handoutMasterIdLst>
    <p:handoutMasterId r:id="rId19"/>
  </p:handoutMasterIdLst>
  <p:sldIdLst>
    <p:sldId id="412" r:id="rId5"/>
    <p:sldId id="411" r:id="rId6"/>
    <p:sldId id="383" r:id="rId7"/>
    <p:sldId id="421" r:id="rId8"/>
    <p:sldId id="422" r:id="rId9"/>
    <p:sldId id="404" r:id="rId10"/>
    <p:sldId id="398" r:id="rId11"/>
    <p:sldId id="408" r:id="rId12"/>
    <p:sldId id="426" r:id="rId13"/>
    <p:sldId id="424" r:id="rId14"/>
    <p:sldId id="425" r:id="rId15"/>
    <p:sldId id="423" r:id="rId16"/>
    <p:sldId id="427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2" name="Author" initials="A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81308E1-489A-41FE-89A7-4438ACC44222}" v="130" dt="2025-11-13T13:18:30.006"/>
    <p1510:client id="{23A1F679-4526-48AB-8591-6BAD5031F136}" v="23" dt="2025-11-13T03:59:01.761"/>
    <p1510:client id="{4F826D53-69ED-40A7-8E0D-844AC9B15B1B}" v="464" dt="2025-11-12T08:32:43.398"/>
    <p1510:client id="{70D364AF-E30A-451E-B0B6-17E694750971}" v="15" dt="2025-11-13T11:28:43.601"/>
    <p1510:client id="{F0F3D0F2-866D-45F6-86C2-7ED19B8639AD}" v="354" dt="2025-11-12T17:51:52.060"/>
    <p1510:client id="{FBD2A55B-B587-4AA9-BA2A-3072E5FC49A6}" v="11" dt="2025-11-13T05:22:19.690"/>
  </p1510:revLst>
</p1510:revInfo>
</file>

<file path=ppt/tableStyles.xml><?xml version="1.0" encoding="utf-8"?>
<a:tblStyleLst xmlns:a="http://schemas.openxmlformats.org/drawingml/2006/main" def="{8A107856-5554-42FB-B03E-39F5DBC370B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A488322-F2BA-4B5B-9748-0D474271808F}" styleName="Medium Style 3 -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306799F8-075E-4A3A-A7F6-7FBC6576F1A4}" styleName="Themed Style 2 - Accent 3">
    <a:tblBg>
      <a:fillRef idx="3">
        <a:schemeClr val="accent3"/>
      </a:fillRef>
      <a:effectRef idx="3">
        <a:schemeClr val="accent3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3">
                <a:tint val="50000"/>
              </a:schemeClr>
            </a:lnRef>
          </a:left>
          <a:right>
            <a:lnRef idx="1">
              <a:schemeClr val="accent3">
                <a:tint val="50000"/>
              </a:schemeClr>
            </a:lnRef>
          </a:right>
          <a:top>
            <a:lnRef idx="1">
              <a:schemeClr val="accent3">
                <a:tint val="50000"/>
              </a:schemeClr>
            </a:lnRef>
          </a:top>
          <a:bottom>
            <a:lnRef idx="1">
              <a:schemeClr val="accent3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510" autoAdjust="0"/>
    <p:restoredTop sz="96327" autoAdjust="0"/>
  </p:normalViewPr>
  <p:slideViewPr>
    <p:cSldViewPr snapToGrid="0">
      <p:cViewPr varScale="1">
        <p:scale>
          <a:sx n="99" d="100"/>
          <a:sy n="99" d="100"/>
        </p:scale>
        <p:origin x="942" y="90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 snapToGrid="0" showGuides="1">
      <p:cViewPr varScale="1">
        <p:scale>
          <a:sx n="58" d="100"/>
          <a:sy n="58" d="100"/>
        </p:scale>
        <p:origin x="3240" y="67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notesMaster" Target="notesMasters/notesMaster1.xml"/><Relationship Id="rId26" Type="http://schemas.microsoft.com/office/2018/10/relationships/authors" Target="authors.xml"/><Relationship Id="rId3" Type="http://schemas.openxmlformats.org/officeDocument/2006/relationships/customXml" Target="../customXml/item3.xml"/><Relationship Id="rId21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commentAuthors" Target="commentAuthor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handoutMaster" Target="handoutMasters/handout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4">
  <dgm:title val=""/>
  <dgm:desc val=""/>
  <dgm:catLst>
    <dgm:cat type="colorful" pri="104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C12E775-0761-495F-BC9F-585569C7B2E7}" type="doc">
      <dgm:prSet loTypeId="urn:microsoft.com/office/officeart/2005/8/layout/StepDownProcess" loCatId="process" qsTypeId="urn:microsoft.com/office/officeart/2005/8/quickstyle/simple5" qsCatId="simple" csTypeId="urn:microsoft.com/office/officeart/2005/8/colors/colorful4" csCatId="colorful" phldr="1"/>
      <dgm:spPr/>
      <dgm:t>
        <a:bodyPr/>
        <a:lstStyle/>
        <a:p>
          <a:endParaRPr lang="en-IN"/>
        </a:p>
      </dgm:t>
    </dgm:pt>
    <dgm:pt modelId="{96CAB5A7-CDDE-4E2B-B0EE-2C811CA7B72E}">
      <dgm:prSet phldrT="[Text]"/>
      <dgm:spPr/>
      <dgm:t>
        <a:bodyPr/>
        <a:lstStyle/>
        <a:p>
          <a:r>
            <a:rPr lang="en-IN" dirty="0"/>
            <a:t>Access the Website</a:t>
          </a:r>
        </a:p>
      </dgm:t>
    </dgm:pt>
    <dgm:pt modelId="{B3ED689B-0E19-4939-BD07-D3ADD766699F}" type="parTrans" cxnId="{DFFB96B7-40EE-41E8-9A0A-D6B6F8C68427}">
      <dgm:prSet/>
      <dgm:spPr/>
      <dgm:t>
        <a:bodyPr/>
        <a:lstStyle/>
        <a:p>
          <a:endParaRPr lang="en-IN"/>
        </a:p>
      </dgm:t>
    </dgm:pt>
    <dgm:pt modelId="{A2199EA7-CD5B-499F-92EA-C011395FE474}" type="sibTrans" cxnId="{DFFB96B7-40EE-41E8-9A0A-D6B6F8C68427}">
      <dgm:prSet/>
      <dgm:spPr/>
      <dgm:t>
        <a:bodyPr/>
        <a:lstStyle/>
        <a:p>
          <a:endParaRPr lang="en-IN"/>
        </a:p>
      </dgm:t>
    </dgm:pt>
    <dgm:pt modelId="{3436DF12-3A48-4C3F-BEBD-A04100BB4532}">
      <dgm:prSet phldrT="[Text]"/>
      <dgm:spPr/>
      <dgm:t>
        <a:bodyPr/>
        <a:lstStyle/>
        <a:p>
          <a:r>
            <a:rPr lang="en-IN" dirty="0">
              <a:solidFill>
                <a:srgbClr val="7030A0"/>
              </a:solidFill>
            </a:rPr>
            <a:t>Use the primary source for gathering of raw data</a:t>
          </a:r>
        </a:p>
      </dgm:t>
    </dgm:pt>
    <dgm:pt modelId="{EF5C949D-BB85-412F-90A4-9E4DB822E148}" type="parTrans" cxnId="{45DAB703-888F-48C3-A48F-38A5BFC4F211}">
      <dgm:prSet/>
      <dgm:spPr/>
      <dgm:t>
        <a:bodyPr/>
        <a:lstStyle/>
        <a:p>
          <a:endParaRPr lang="en-IN"/>
        </a:p>
      </dgm:t>
    </dgm:pt>
    <dgm:pt modelId="{F3A58DAF-D483-452F-BCD8-7589D5B1AF65}" type="sibTrans" cxnId="{45DAB703-888F-48C3-A48F-38A5BFC4F211}">
      <dgm:prSet/>
      <dgm:spPr/>
      <dgm:t>
        <a:bodyPr/>
        <a:lstStyle/>
        <a:p>
          <a:endParaRPr lang="en-IN"/>
        </a:p>
      </dgm:t>
    </dgm:pt>
    <dgm:pt modelId="{579737AF-6523-48D7-8D6C-8FAB44FBA9EA}">
      <dgm:prSet phldrT="[Text]"/>
      <dgm:spPr/>
      <dgm:t>
        <a:bodyPr/>
        <a:lstStyle/>
        <a:p>
          <a:r>
            <a:rPr lang="en-IN" dirty="0"/>
            <a:t>Fetch the Raw data</a:t>
          </a:r>
        </a:p>
      </dgm:t>
    </dgm:pt>
    <dgm:pt modelId="{02B938AA-1C4D-42C9-9E14-02716915D985}" type="parTrans" cxnId="{E3D75F8F-518E-4FE3-B145-754526CABDE7}">
      <dgm:prSet/>
      <dgm:spPr/>
      <dgm:t>
        <a:bodyPr/>
        <a:lstStyle/>
        <a:p>
          <a:endParaRPr lang="en-IN"/>
        </a:p>
      </dgm:t>
    </dgm:pt>
    <dgm:pt modelId="{6F875CB5-6C11-4CE7-AF3E-8AF162944A72}" type="sibTrans" cxnId="{E3D75F8F-518E-4FE3-B145-754526CABDE7}">
      <dgm:prSet/>
      <dgm:spPr/>
      <dgm:t>
        <a:bodyPr/>
        <a:lstStyle/>
        <a:p>
          <a:endParaRPr lang="en-IN"/>
        </a:p>
      </dgm:t>
    </dgm:pt>
    <dgm:pt modelId="{91EC1682-9BA9-4890-ACAA-C2DC83E6A989}">
      <dgm:prSet phldrT="[Text]"/>
      <dgm:spPr/>
      <dgm:t>
        <a:bodyPr/>
        <a:lstStyle/>
        <a:p>
          <a:r>
            <a:rPr lang="en-IN" dirty="0">
              <a:solidFill>
                <a:srgbClr val="00B0F0"/>
              </a:solidFill>
            </a:rPr>
            <a:t>Gather the raw data </a:t>
          </a:r>
        </a:p>
      </dgm:t>
    </dgm:pt>
    <dgm:pt modelId="{0A56A783-6F6C-4E08-9459-64713C002D0D}" type="parTrans" cxnId="{ABDAF62C-7CB5-4E6D-BE30-8F74B3EA22BE}">
      <dgm:prSet/>
      <dgm:spPr/>
      <dgm:t>
        <a:bodyPr/>
        <a:lstStyle/>
        <a:p>
          <a:endParaRPr lang="en-IN"/>
        </a:p>
      </dgm:t>
    </dgm:pt>
    <dgm:pt modelId="{D1E5DC3F-92E4-4EFC-B518-048AA220150F}" type="sibTrans" cxnId="{ABDAF62C-7CB5-4E6D-BE30-8F74B3EA22BE}">
      <dgm:prSet/>
      <dgm:spPr/>
      <dgm:t>
        <a:bodyPr/>
        <a:lstStyle/>
        <a:p>
          <a:endParaRPr lang="en-IN"/>
        </a:p>
      </dgm:t>
    </dgm:pt>
    <dgm:pt modelId="{FC836579-B21C-4FFD-9194-FB3E3506C12F}">
      <dgm:prSet phldrT="[Text]"/>
      <dgm:spPr/>
      <dgm:t>
        <a:bodyPr/>
        <a:lstStyle/>
        <a:p>
          <a:r>
            <a:rPr lang="en-IN" dirty="0"/>
            <a:t>Refine data</a:t>
          </a:r>
        </a:p>
      </dgm:t>
    </dgm:pt>
    <dgm:pt modelId="{0A594425-B4A7-4FC3-BA7E-D69EAE8761F8}" type="parTrans" cxnId="{94D98CBC-3924-41B7-8B68-69FC76C714E7}">
      <dgm:prSet/>
      <dgm:spPr/>
      <dgm:t>
        <a:bodyPr/>
        <a:lstStyle/>
        <a:p>
          <a:endParaRPr lang="en-IN"/>
        </a:p>
      </dgm:t>
    </dgm:pt>
    <dgm:pt modelId="{D2BDB296-B142-499C-9592-9339917C9FF6}" type="sibTrans" cxnId="{94D98CBC-3924-41B7-8B68-69FC76C714E7}">
      <dgm:prSet/>
      <dgm:spPr/>
      <dgm:t>
        <a:bodyPr/>
        <a:lstStyle/>
        <a:p>
          <a:endParaRPr lang="en-IN"/>
        </a:p>
      </dgm:t>
    </dgm:pt>
    <dgm:pt modelId="{3628952D-2D57-43B8-B72F-162D1D3FA6DC}">
      <dgm:prSet phldrT="[Text]"/>
      <dgm:spPr/>
      <dgm:t>
        <a:bodyPr/>
        <a:lstStyle/>
        <a:p>
          <a:r>
            <a:rPr lang="en-IN" dirty="0">
              <a:solidFill>
                <a:srgbClr val="00B050"/>
              </a:solidFill>
            </a:rPr>
            <a:t>Merge the data collected from the multiple files in structured manner.</a:t>
          </a:r>
        </a:p>
      </dgm:t>
    </dgm:pt>
    <dgm:pt modelId="{D4542557-3D24-4873-A7A7-E3C78D010126}" type="parTrans" cxnId="{10D30A1A-9F89-4EA8-BC3D-F33064A4ACA8}">
      <dgm:prSet/>
      <dgm:spPr/>
      <dgm:t>
        <a:bodyPr/>
        <a:lstStyle/>
        <a:p>
          <a:endParaRPr lang="en-IN"/>
        </a:p>
      </dgm:t>
    </dgm:pt>
    <dgm:pt modelId="{CE2F394F-4016-4A34-80CC-3B0B640775D2}" type="sibTrans" cxnId="{10D30A1A-9F89-4EA8-BC3D-F33064A4ACA8}">
      <dgm:prSet/>
      <dgm:spPr/>
      <dgm:t>
        <a:bodyPr/>
        <a:lstStyle/>
        <a:p>
          <a:endParaRPr lang="en-IN"/>
        </a:p>
      </dgm:t>
    </dgm:pt>
    <dgm:pt modelId="{E52C8109-FA30-4374-AFC7-FD411879308C}">
      <dgm:prSet phldrT="[Text]"/>
      <dgm:spPr/>
      <dgm:t>
        <a:bodyPr/>
        <a:lstStyle/>
        <a:p>
          <a:r>
            <a:rPr lang="en-IN" dirty="0">
              <a:solidFill>
                <a:schemeClr val="tx1"/>
              </a:solidFill>
            </a:rPr>
            <a:t>Data Analysis</a:t>
          </a:r>
        </a:p>
      </dgm:t>
    </dgm:pt>
    <dgm:pt modelId="{F517FE06-9E10-4CC6-8B2F-3829CADDB9E5}" type="parTrans" cxnId="{AA23840A-9490-490A-AAF7-8A0EBD887905}">
      <dgm:prSet/>
      <dgm:spPr/>
      <dgm:t>
        <a:bodyPr/>
        <a:lstStyle/>
        <a:p>
          <a:endParaRPr lang="en-IN"/>
        </a:p>
      </dgm:t>
    </dgm:pt>
    <dgm:pt modelId="{E44508BC-6997-4C9D-84F2-F8AF7AA3A375}" type="sibTrans" cxnId="{AA23840A-9490-490A-AAF7-8A0EBD887905}">
      <dgm:prSet/>
      <dgm:spPr/>
      <dgm:t>
        <a:bodyPr/>
        <a:lstStyle/>
        <a:p>
          <a:endParaRPr lang="en-IN"/>
        </a:p>
      </dgm:t>
    </dgm:pt>
    <dgm:pt modelId="{6171DFCC-31B3-42CB-9461-0A76C9DF1BAC}">
      <dgm:prSet phldrT="[Text]"/>
      <dgm:spPr/>
      <dgm:t>
        <a:bodyPr/>
        <a:lstStyle/>
        <a:p>
          <a:r>
            <a:rPr lang="en-IN" dirty="0">
              <a:solidFill>
                <a:schemeClr val="accent5">
                  <a:lumMod val="75000"/>
                </a:schemeClr>
              </a:solidFill>
            </a:rPr>
            <a:t>Analyse the data using the tools such as Power BI, Tableau</a:t>
          </a:r>
        </a:p>
      </dgm:t>
    </dgm:pt>
    <dgm:pt modelId="{BA2E02B2-61DE-4B4F-8444-7D172B504D72}" type="parTrans" cxnId="{EB99C847-68FA-42A1-BFAF-C116AE2B4018}">
      <dgm:prSet/>
      <dgm:spPr/>
      <dgm:t>
        <a:bodyPr/>
        <a:lstStyle/>
        <a:p>
          <a:endParaRPr lang="en-IN"/>
        </a:p>
      </dgm:t>
    </dgm:pt>
    <dgm:pt modelId="{AB895A87-6EB0-425A-8B36-A648700E3B1C}" type="sibTrans" cxnId="{EB99C847-68FA-42A1-BFAF-C116AE2B4018}">
      <dgm:prSet/>
      <dgm:spPr/>
      <dgm:t>
        <a:bodyPr/>
        <a:lstStyle/>
        <a:p>
          <a:endParaRPr lang="en-IN"/>
        </a:p>
      </dgm:t>
    </dgm:pt>
    <dgm:pt modelId="{A36E14FD-D316-4212-8A92-2273817900BB}" type="pres">
      <dgm:prSet presAssocID="{1C12E775-0761-495F-BC9F-585569C7B2E7}" presName="rootnode" presStyleCnt="0">
        <dgm:presLayoutVars>
          <dgm:chMax/>
          <dgm:chPref/>
          <dgm:dir/>
          <dgm:animLvl val="lvl"/>
        </dgm:presLayoutVars>
      </dgm:prSet>
      <dgm:spPr/>
    </dgm:pt>
    <dgm:pt modelId="{9D928CCB-1B48-48CD-92F6-3CC1C040F6ED}" type="pres">
      <dgm:prSet presAssocID="{96CAB5A7-CDDE-4E2B-B0EE-2C811CA7B72E}" presName="composite" presStyleCnt="0"/>
      <dgm:spPr/>
    </dgm:pt>
    <dgm:pt modelId="{E32C0548-1FDE-4CB4-8D96-E16FF70EB59D}" type="pres">
      <dgm:prSet presAssocID="{96CAB5A7-CDDE-4E2B-B0EE-2C811CA7B72E}" presName="bentUpArrow1" presStyleLbl="alignImgPlace1" presStyleIdx="0" presStyleCnt="3"/>
      <dgm:spPr/>
    </dgm:pt>
    <dgm:pt modelId="{3733D05D-91CF-4C35-B28B-77FBDB5C1F8E}" type="pres">
      <dgm:prSet presAssocID="{96CAB5A7-CDDE-4E2B-B0EE-2C811CA7B72E}" presName="ParentText" presStyleLbl="node1" presStyleIdx="0" presStyleCnt="4">
        <dgm:presLayoutVars>
          <dgm:chMax val="1"/>
          <dgm:chPref val="1"/>
          <dgm:bulletEnabled val="1"/>
        </dgm:presLayoutVars>
      </dgm:prSet>
      <dgm:spPr/>
    </dgm:pt>
    <dgm:pt modelId="{E88BA139-5F09-457D-A872-38ED5BBED851}" type="pres">
      <dgm:prSet presAssocID="{96CAB5A7-CDDE-4E2B-B0EE-2C811CA7B72E}" presName="ChildText" presStyleLbl="revTx" presStyleIdx="0" presStyleCnt="4">
        <dgm:presLayoutVars>
          <dgm:chMax val="0"/>
          <dgm:chPref val="0"/>
          <dgm:bulletEnabled val="1"/>
        </dgm:presLayoutVars>
      </dgm:prSet>
      <dgm:spPr/>
    </dgm:pt>
    <dgm:pt modelId="{495BC658-38F1-467F-B21F-53756FB9DCDE}" type="pres">
      <dgm:prSet presAssocID="{A2199EA7-CD5B-499F-92EA-C011395FE474}" presName="sibTrans" presStyleCnt="0"/>
      <dgm:spPr/>
    </dgm:pt>
    <dgm:pt modelId="{D62A4424-988F-4751-B977-3016A0A3BBC2}" type="pres">
      <dgm:prSet presAssocID="{579737AF-6523-48D7-8D6C-8FAB44FBA9EA}" presName="composite" presStyleCnt="0"/>
      <dgm:spPr/>
    </dgm:pt>
    <dgm:pt modelId="{8C199FF5-71D4-4978-928B-96096B2F33FC}" type="pres">
      <dgm:prSet presAssocID="{579737AF-6523-48D7-8D6C-8FAB44FBA9EA}" presName="bentUpArrow1" presStyleLbl="alignImgPlace1" presStyleIdx="1" presStyleCnt="3"/>
      <dgm:spPr/>
    </dgm:pt>
    <dgm:pt modelId="{7F3EEA5D-90E0-40C4-8B8A-5E32CD8EFE1B}" type="pres">
      <dgm:prSet presAssocID="{579737AF-6523-48D7-8D6C-8FAB44FBA9EA}" presName="ParentText" presStyleLbl="node1" presStyleIdx="1" presStyleCnt="4">
        <dgm:presLayoutVars>
          <dgm:chMax val="1"/>
          <dgm:chPref val="1"/>
          <dgm:bulletEnabled val="1"/>
        </dgm:presLayoutVars>
      </dgm:prSet>
      <dgm:spPr/>
    </dgm:pt>
    <dgm:pt modelId="{19F3313C-0B6D-48AE-ACB4-63E9E0BAC008}" type="pres">
      <dgm:prSet presAssocID="{579737AF-6523-48D7-8D6C-8FAB44FBA9EA}" presName="ChildText" presStyleLbl="revTx" presStyleIdx="1" presStyleCnt="4">
        <dgm:presLayoutVars>
          <dgm:chMax val="0"/>
          <dgm:chPref val="0"/>
          <dgm:bulletEnabled val="1"/>
        </dgm:presLayoutVars>
      </dgm:prSet>
      <dgm:spPr/>
    </dgm:pt>
    <dgm:pt modelId="{25FA25A2-B9A3-4604-BF3B-A79B75A5B741}" type="pres">
      <dgm:prSet presAssocID="{6F875CB5-6C11-4CE7-AF3E-8AF162944A72}" presName="sibTrans" presStyleCnt="0"/>
      <dgm:spPr/>
    </dgm:pt>
    <dgm:pt modelId="{AD8267DC-40CA-4C27-B8E4-F31C1608141E}" type="pres">
      <dgm:prSet presAssocID="{FC836579-B21C-4FFD-9194-FB3E3506C12F}" presName="composite" presStyleCnt="0"/>
      <dgm:spPr/>
    </dgm:pt>
    <dgm:pt modelId="{0BC851A4-F96B-4548-8748-03DA46A52F8D}" type="pres">
      <dgm:prSet presAssocID="{FC836579-B21C-4FFD-9194-FB3E3506C12F}" presName="bentUpArrow1" presStyleLbl="alignImgPlace1" presStyleIdx="2" presStyleCnt="3"/>
      <dgm:spPr/>
    </dgm:pt>
    <dgm:pt modelId="{C8B87964-63BB-402C-96CE-04D92DFD5889}" type="pres">
      <dgm:prSet presAssocID="{FC836579-B21C-4FFD-9194-FB3E3506C12F}" presName="ParentText" presStyleLbl="node1" presStyleIdx="2" presStyleCnt="4">
        <dgm:presLayoutVars>
          <dgm:chMax val="1"/>
          <dgm:chPref val="1"/>
          <dgm:bulletEnabled val="1"/>
        </dgm:presLayoutVars>
      </dgm:prSet>
      <dgm:spPr/>
    </dgm:pt>
    <dgm:pt modelId="{77D32013-5301-4836-B75B-FFC977436C69}" type="pres">
      <dgm:prSet presAssocID="{FC836579-B21C-4FFD-9194-FB3E3506C12F}" presName="ChildText" presStyleLbl="revTx" presStyleIdx="2" presStyleCnt="4">
        <dgm:presLayoutVars>
          <dgm:chMax val="0"/>
          <dgm:chPref val="0"/>
          <dgm:bulletEnabled val="1"/>
        </dgm:presLayoutVars>
      </dgm:prSet>
      <dgm:spPr/>
    </dgm:pt>
    <dgm:pt modelId="{468117F4-7934-41E0-A360-5B358A74567E}" type="pres">
      <dgm:prSet presAssocID="{D2BDB296-B142-499C-9592-9339917C9FF6}" presName="sibTrans" presStyleCnt="0"/>
      <dgm:spPr/>
    </dgm:pt>
    <dgm:pt modelId="{306B4806-70ED-4AD8-8537-48758E9DF604}" type="pres">
      <dgm:prSet presAssocID="{E52C8109-FA30-4374-AFC7-FD411879308C}" presName="composite" presStyleCnt="0"/>
      <dgm:spPr/>
    </dgm:pt>
    <dgm:pt modelId="{FD3761A8-DE95-4FED-B4D8-C78A14BA7569}" type="pres">
      <dgm:prSet presAssocID="{E52C8109-FA30-4374-AFC7-FD411879308C}" presName="ParentText" presStyleLbl="node1" presStyleIdx="3" presStyleCnt="4">
        <dgm:presLayoutVars>
          <dgm:chMax val="1"/>
          <dgm:chPref val="1"/>
          <dgm:bulletEnabled val="1"/>
        </dgm:presLayoutVars>
      </dgm:prSet>
      <dgm:spPr/>
    </dgm:pt>
    <dgm:pt modelId="{EAA2EAE0-5924-49C3-91B6-BE34C9D55DA2}" type="pres">
      <dgm:prSet presAssocID="{E52C8109-FA30-4374-AFC7-FD411879308C}" presName="FinalChildText" presStyleLbl="revTx" presStyleIdx="3" presStyleCnt="4">
        <dgm:presLayoutVars>
          <dgm:chMax val="0"/>
          <dgm:chPref val="0"/>
          <dgm:bulletEnabled val="1"/>
        </dgm:presLayoutVars>
      </dgm:prSet>
      <dgm:spPr/>
    </dgm:pt>
  </dgm:ptLst>
  <dgm:cxnLst>
    <dgm:cxn modelId="{45DAB703-888F-48C3-A48F-38A5BFC4F211}" srcId="{96CAB5A7-CDDE-4E2B-B0EE-2C811CA7B72E}" destId="{3436DF12-3A48-4C3F-BEBD-A04100BB4532}" srcOrd="0" destOrd="0" parTransId="{EF5C949D-BB85-412F-90A4-9E4DB822E148}" sibTransId="{F3A58DAF-D483-452F-BCD8-7589D5B1AF65}"/>
    <dgm:cxn modelId="{8C437708-0273-42B4-98F7-3B0000CD4BE2}" type="presOf" srcId="{579737AF-6523-48D7-8D6C-8FAB44FBA9EA}" destId="{7F3EEA5D-90E0-40C4-8B8A-5E32CD8EFE1B}" srcOrd="0" destOrd="0" presId="urn:microsoft.com/office/officeart/2005/8/layout/StepDownProcess"/>
    <dgm:cxn modelId="{AA23840A-9490-490A-AAF7-8A0EBD887905}" srcId="{1C12E775-0761-495F-BC9F-585569C7B2E7}" destId="{E52C8109-FA30-4374-AFC7-FD411879308C}" srcOrd="3" destOrd="0" parTransId="{F517FE06-9E10-4CC6-8B2F-3829CADDB9E5}" sibTransId="{E44508BC-6997-4C9D-84F2-F8AF7AA3A375}"/>
    <dgm:cxn modelId="{761E0211-BB09-49C8-85D5-F1115829277E}" type="presOf" srcId="{3436DF12-3A48-4C3F-BEBD-A04100BB4532}" destId="{E88BA139-5F09-457D-A872-38ED5BBED851}" srcOrd="0" destOrd="0" presId="urn:microsoft.com/office/officeart/2005/8/layout/StepDownProcess"/>
    <dgm:cxn modelId="{10D30A1A-9F89-4EA8-BC3D-F33064A4ACA8}" srcId="{FC836579-B21C-4FFD-9194-FB3E3506C12F}" destId="{3628952D-2D57-43B8-B72F-162D1D3FA6DC}" srcOrd="0" destOrd="0" parTransId="{D4542557-3D24-4873-A7A7-E3C78D010126}" sibTransId="{CE2F394F-4016-4A34-80CC-3B0B640775D2}"/>
    <dgm:cxn modelId="{E0F85C29-5E58-4CC2-BC10-7095D8DD7F34}" type="presOf" srcId="{FC836579-B21C-4FFD-9194-FB3E3506C12F}" destId="{C8B87964-63BB-402C-96CE-04D92DFD5889}" srcOrd="0" destOrd="0" presId="urn:microsoft.com/office/officeart/2005/8/layout/StepDownProcess"/>
    <dgm:cxn modelId="{ABDAF62C-7CB5-4E6D-BE30-8F74B3EA22BE}" srcId="{579737AF-6523-48D7-8D6C-8FAB44FBA9EA}" destId="{91EC1682-9BA9-4890-ACAA-C2DC83E6A989}" srcOrd="0" destOrd="0" parTransId="{0A56A783-6F6C-4E08-9459-64713C002D0D}" sibTransId="{D1E5DC3F-92E4-4EFC-B518-048AA220150F}"/>
    <dgm:cxn modelId="{EB99C847-68FA-42A1-BFAF-C116AE2B4018}" srcId="{E52C8109-FA30-4374-AFC7-FD411879308C}" destId="{6171DFCC-31B3-42CB-9461-0A76C9DF1BAC}" srcOrd="0" destOrd="0" parTransId="{BA2E02B2-61DE-4B4F-8444-7D172B504D72}" sibTransId="{AB895A87-6EB0-425A-8B36-A648700E3B1C}"/>
    <dgm:cxn modelId="{28B84679-CE49-4C2E-9E2B-9724B381DCDC}" type="presOf" srcId="{6171DFCC-31B3-42CB-9461-0A76C9DF1BAC}" destId="{EAA2EAE0-5924-49C3-91B6-BE34C9D55DA2}" srcOrd="0" destOrd="0" presId="urn:microsoft.com/office/officeart/2005/8/layout/StepDownProcess"/>
    <dgm:cxn modelId="{2A4B3B88-8643-497A-AA33-E80B5E8D73BA}" type="presOf" srcId="{3628952D-2D57-43B8-B72F-162D1D3FA6DC}" destId="{77D32013-5301-4836-B75B-FFC977436C69}" srcOrd="0" destOrd="0" presId="urn:microsoft.com/office/officeart/2005/8/layout/StepDownProcess"/>
    <dgm:cxn modelId="{E3D75F8F-518E-4FE3-B145-754526CABDE7}" srcId="{1C12E775-0761-495F-BC9F-585569C7B2E7}" destId="{579737AF-6523-48D7-8D6C-8FAB44FBA9EA}" srcOrd="1" destOrd="0" parTransId="{02B938AA-1C4D-42C9-9E14-02716915D985}" sibTransId="{6F875CB5-6C11-4CE7-AF3E-8AF162944A72}"/>
    <dgm:cxn modelId="{DFFB96B7-40EE-41E8-9A0A-D6B6F8C68427}" srcId="{1C12E775-0761-495F-BC9F-585569C7B2E7}" destId="{96CAB5A7-CDDE-4E2B-B0EE-2C811CA7B72E}" srcOrd="0" destOrd="0" parTransId="{B3ED689B-0E19-4939-BD07-D3ADD766699F}" sibTransId="{A2199EA7-CD5B-499F-92EA-C011395FE474}"/>
    <dgm:cxn modelId="{94D98CBC-3924-41B7-8B68-69FC76C714E7}" srcId="{1C12E775-0761-495F-BC9F-585569C7B2E7}" destId="{FC836579-B21C-4FFD-9194-FB3E3506C12F}" srcOrd="2" destOrd="0" parTransId="{0A594425-B4A7-4FC3-BA7E-D69EAE8761F8}" sibTransId="{D2BDB296-B142-499C-9592-9339917C9FF6}"/>
    <dgm:cxn modelId="{D7DD54BE-24D9-4756-A549-6C20563C63A5}" type="presOf" srcId="{E52C8109-FA30-4374-AFC7-FD411879308C}" destId="{FD3761A8-DE95-4FED-B4D8-C78A14BA7569}" srcOrd="0" destOrd="0" presId="urn:microsoft.com/office/officeart/2005/8/layout/StepDownProcess"/>
    <dgm:cxn modelId="{CC3249C2-E155-4DC1-93ED-BA6B979AC368}" type="presOf" srcId="{96CAB5A7-CDDE-4E2B-B0EE-2C811CA7B72E}" destId="{3733D05D-91CF-4C35-B28B-77FBDB5C1F8E}" srcOrd="0" destOrd="0" presId="urn:microsoft.com/office/officeart/2005/8/layout/StepDownProcess"/>
    <dgm:cxn modelId="{6D3EA4DC-B435-406C-BF12-9B2CA7345B7D}" type="presOf" srcId="{1C12E775-0761-495F-BC9F-585569C7B2E7}" destId="{A36E14FD-D316-4212-8A92-2273817900BB}" srcOrd="0" destOrd="0" presId="urn:microsoft.com/office/officeart/2005/8/layout/StepDownProcess"/>
    <dgm:cxn modelId="{EE388FE0-9368-408F-94AF-52FC69C4600D}" type="presOf" srcId="{91EC1682-9BA9-4890-ACAA-C2DC83E6A989}" destId="{19F3313C-0B6D-48AE-ACB4-63E9E0BAC008}" srcOrd="0" destOrd="0" presId="urn:microsoft.com/office/officeart/2005/8/layout/StepDownProcess"/>
    <dgm:cxn modelId="{92669338-561B-4DB4-96DC-EF3C7BB5A4F1}" type="presParOf" srcId="{A36E14FD-D316-4212-8A92-2273817900BB}" destId="{9D928CCB-1B48-48CD-92F6-3CC1C040F6ED}" srcOrd="0" destOrd="0" presId="urn:microsoft.com/office/officeart/2005/8/layout/StepDownProcess"/>
    <dgm:cxn modelId="{4DF929AA-66FB-422F-8450-1E0F4C3CF6F7}" type="presParOf" srcId="{9D928CCB-1B48-48CD-92F6-3CC1C040F6ED}" destId="{E32C0548-1FDE-4CB4-8D96-E16FF70EB59D}" srcOrd="0" destOrd="0" presId="urn:microsoft.com/office/officeart/2005/8/layout/StepDownProcess"/>
    <dgm:cxn modelId="{FE0540B7-B8C0-4FEF-9EC9-49CEC51AE79A}" type="presParOf" srcId="{9D928CCB-1B48-48CD-92F6-3CC1C040F6ED}" destId="{3733D05D-91CF-4C35-B28B-77FBDB5C1F8E}" srcOrd="1" destOrd="0" presId="urn:microsoft.com/office/officeart/2005/8/layout/StepDownProcess"/>
    <dgm:cxn modelId="{A9DE37D0-0931-4597-A6AB-CB8D82C9CA8B}" type="presParOf" srcId="{9D928CCB-1B48-48CD-92F6-3CC1C040F6ED}" destId="{E88BA139-5F09-457D-A872-38ED5BBED851}" srcOrd="2" destOrd="0" presId="urn:microsoft.com/office/officeart/2005/8/layout/StepDownProcess"/>
    <dgm:cxn modelId="{383D1223-316E-4A56-B834-FD7823D82942}" type="presParOf" srcId="{A36E14FD-D316-4212-8A92-2273817900BB}" destId="{495BC658-38F1-467F-B21F-53756FB9DCDE}" srcOrd="1" destOrd="0" presId="urn:microsoft.com/office/officeart/2005/8/layout/StepDownProcess"/>
    <dgm:cxn modelId="{8AE87FB7-F9E6-457F-8E86-62D18DDC01BC}" type="presParOf" srcId="{A36E14FD-D316-4212-8A92-2273817900BB}" destId="{D62A4424-988F-4751-B977-3016A0A3BBC2}" srcOrd="2" destOrd="0" presId="urn:microsoft.com/office/officeart/2005/8/layout/StepDownProcess"/>
    <dgm:cxn modelId="{47BA589F-6284-4C38-8E84-6FC026C10456}" type="presParOf" srcId="{D62A4424-988F-4751-B977-3016A0A3BBC2}" destId="{8C199FF5-71D4-4978-928B-96096B2F33FC}" srcOrd="0" destOrd="0" presId="urn:microsoft.com/office/officeart/2005/8/layout/StepDownProcess"/>
    <dgm:cxn modelId="{5A3CCE71-E1E9-445A-8C8E-4CFA44FCC0F9}" type="presParOf" srcId="{D62A4424-988F-4751-B977-3016A0A3BBC2}" destId="{7F3EEA5D-90E0-40C4-8B8A-5E32CD8EFE1B}" srcOrd="1" destOrd="0" presId="urn:microsoft.com/office/officeart/2005/8/layout/StepDownProcess"/>
    <dgm:cxn modelId="{8AF8F9BC-17C0-4491-ACDC-5C9D2E92F2B7}" type="presParOf" srcId="{D62A4424-988F-4751-B977-3016A0A3BBC2}" destId="{19F3313C-0B6D-48AE-ACB4-63E9E0BAC008}" srcOrd="2" destOrd="0" presId="urn:microsoft.com/office/officeart/2005/8/layout/StepDownProcess"/>
    <dgm:cxn modelId="{F496452C-BB48-432F-A645-520B01FB4E9A}" type="presParOf" srcId="{A36E14FD-D316-4212-8A92-2273817900BB}" destId="{25FA25A2-B9A3-4604-BF3B-A79B75A5B741}" srcOrd="3" destOrd="0" presId="urn:microsoft.com/office/officeart/2005/8/layout/StepDownProcess"/>
    <dgm:cxn modelId="{1508DE39-2059-4DEC-A032-DE2686D035CD}" type="presParOf" srcId="{A36E14FD-D316-4212-8A92-2273817900BB}" destId="{AD8267DC-40CA-4C27-B8E4-F31C1608141E}" srcOrd="4" destOrd="0" presId="urn:microsoft.com/office/officeart/2005/8/layout/StepDownProcess"/>
    <dgm:cxn modelId="{BF00D64F-05E8-4E83-823C-37A38C7D3F30}" type="presParOf" srcId="{AD8267DC-40CA-4C27-B8E4-F31C1608141E}" destId="{0BC851A4-F96B-4548-8748-03DA46A52F8D}" srcOrd="0" destOrd="0" presId="urn:microsoft.com/office/officeart/2005/8/layout/StepDownProcess"/>
    <dgm:cxn modelId="{BEF2DD9E-9201-44A9-AD6F-7BB5266253C1}" type="presParOf" srcId="{AD8267DC-40CA-4C27-B8E4-F31C1608141E}" destId="{C8B87964-63BB-402C-96CE-04D92DFD5889}" srcOrd="1" destOrd="0" presId="urn:microsoft.com/office/officeart/2005/8/layout/StepDownProcess"/>
    <dgm:cxn modelId="{5E97BD15-D9D3-4409-9BF2-C4DD632A05E0}" type="presParOf" srcId="{AD8267DC-40CA-4C27-B8E4-F31C1608141E}" destId="{77D32013-5301-4836-B75B-FFC977436C69}" srcOrd="2" destOrd="0" presId="urn:microsoft.com/office/officeart/2005/8/layout/StepDownProcess"/>
    <dgm:cxn modelId="{CA944611-6CB1-49D5-9533-A7944765C9EA}" type="presParOf" srcId="{A36E14FD-D316-4212-8A92-2273817900BB}" destId="{468117F4-7934-41E0-A360-5B358A74567E}" srcOrd="5" destOrd="0" presId="urn:microsoft.com/office/officeart/2005/8/layout/StepDownProcess"/>
    <dgm:cxn modelId="{AA9BFB2E-32A8-4F8E-8B41-854EBE0FC010}" type="presParOf" srcId="{A36E14FD-D316-4212-8A92-2273817900BB}" destId="{306B4806-70ED-4AD8-8537-48758E9DF604}" srcOrd="6" destOrd="0" presId="urn:microsoft.com/office/officeart/2005/8/layout/StepDownProcess"/>
    <dgm:cxn modelId="{A39E5FC2-6D6F-43E9-B099-55FB4EE46F13}" type="presParOf" srcId="{306B4806-70ED-4AD8-8537-48758E9DF604}" destId="{FD3761A8-DE95-4FED-B4D8-C78A14BA7569}" srcOrd="0" destOrd="0" presId="urn:microsoft.com/office/officeart/2005/8/layout/StepDownProcess"/>
    <dgm:cxn modelId="{E43A3DD0-A660-4343-9775-056EA504538D}" type="presParOf" srcId="{306B4806-70ED-4AD8-8537-48758E9DF604}" destId="{EAA2EAE0-5924-49C3-91B6-BE34C9D55DA2}" srcOrd="1" destOrd="0" presId="urn:microsoft.com/office/officeart/2005/8/layout/StepDownProcess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32C0548-1FDE-4CB4-8D96-E16FF70EB59D}">
      <dsp:nvSpPr>
        <dsp:cNvPr id="0" name=""/>
        <dsp:cNvSpPr/>
      </dsp:nvSpPr>
      <dsp:spPr>
        <a:xfrm rot="5400000">
          <a:off x="649738" y="1184365"/>
          <a:ext cx="1040130" cy="1184151"/>
        </a:xfrm>
        <a:prstGeom prst="bentUpArrow">
          <a:avLst>
            <a:gd name="adj1" fmla="val 32840"/>
            <a:gd name="adj2" fmla="val 25000"/>
            <a:gd name="adj3" fmla="val 35780"/>
          </a:avLst>
        </a:prstGeom>
        <a:solidFill>
          <a:schemeClr val="accent4">
            <a:tint val="50000"/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3">
          <a:scrgbClr r="0" g="0" b="0"/>
        </a:effectRef>
        <a:fontRef idx="minor"/>
      </dsp:style>
    </dsp:sp>
    <dsp:sp modelId="{3733D05D-91CF-4C35-B28B-77FBDB5C1F8E}">
      <dsp:nvSpPr>
        <dsp:cNvPr id="0" name=""/>
        <dsp:cNvSpPr/>
      </dsp:nvSpPr>
      <dsp:spPr>
        <a:xfrm>
          <a:off x="374167" y="31360"/>
          <a:ext cx="1750966" cy="1225619"/>
        </a:xfrm>
        <a:prstGeom prst="roundRect">
          <a:avLst>
            <a:gd name="adj" fmla="val 16670"/>
          </a:avLst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4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500" kern="1200" dirty="0"/>
            <a:t>Access the Website</a:t>
          </a:r>
        </a:p>
      </dsp:txBody>
      <dsp:txXfrm>
        <a:off x="434008" y="91201"/>
        <a:ext cx="1631284" cy="1105937"/>
      </dsp:txXfrm>
    </dsp:sp>
    <dsp:sp modelId="{E88BA139-5F09-457D-A872-38ED5BBED851}">
      <dsp:nvSpPr>
        <dsp:cNvPr id="0" name=""/>
        <dsp:cNvSpPr/>
      </dsp:nvSpPr>
      <dsp:spPr>
        <a:xfrm>
          <a:off x="2125133" y="148250"/>
          <a:ext cx="1273486" cy="9906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1100" kern="1200" dirty="0">
              <a:solidFill>
                <a:srgbClr val="7030A0"/>
              </a:solidFill>
            </a:rPr>
            <a:t>Use the primary source for gathering of raw data</a:t>
          </a:r>
        </a:p>
      </dsp:txBody>
      <dsp:txXfrm>
        <a:off x="2125133" y="148250"/>
        <a:ext cx="1273486" cy="990600"/>
      </dsp:txXfrm>
    </dsp:sp>
    <dsp:sp modelId="{8C199FF5-71D4-4978-928B-96096B2F33FC}">
      <dsp:nvSpPr>
        <dsp:cNvPr id="0" name=""/>
        <dsp:cNvSpPr/>
      </dsp:nvSpPr>
      <dsp:spPr>
        <a:xfrm rot="5400000">
          <a:off x="2101476" y="2561140"/>
          <a:ext cx="1040130" cy="1184151"/>
        </a:xfrm>
        <a:prstGeom prst="bentUpArrow">
          <a:avLst>
            <a:gd name="adj1" fmla="val 32840"/>
            <a:gd name="adj2" fmla="val 25000"/>
            <a:gd name="adj3" fmla="val 35780"/>
          </a:avLst>
        </a:prstGeom>
        <a:solidFill>
          <a:schemeClr val="accent4">
            <a:tint val="50000"/>
            <a:hueOff val="-9827487"/>
            <a:satOff val="17866"/>
            <a:lumOff val="6690"/>
            <a:alphaOff val="0"/>
          </a:schemeClr>
        </a:soli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3">
          <a:scrgbClr r="0" g="0" b="0"/>
        </a:effectRef>
        <a:fontRef idx="minor"/>
      </dsp:style>
    </dsp:sp>
    <dsp:sp modelId="{7F3EEA5D-90E0-40C4-8B8A-5E32CD8EFE1B}">
      <dsp:nvSpPr>
        <dsp:cNvPr id="0" name=""/>
        <dsp:cNvSpPr/>
      </dsp:nvSpPr>
      <dsp:spPr>
        <a:xfrm>
          <a:off x="1825904" y="1408135"/>
          <a:ext cx="1750966" cy="1225619"/>
        </a:xfrm>
        <a:prstGeom prst="roundRect">
          <a:avLst>
            <a:gd name="adj" fmla="val 16670"/>
          </a:avLst>
        </a:prstGeom>
        <a:gradFill rotWithShape="0">
          <a:gsLst>
            <a:gs pos="0">
              <a:schemeClr val="accent4">
                <a:hueOff val="-6318991"/>
                <a:satOff val="13093"/>
                <a:lumOff val="2091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4">
                <a:hueOff val="-6318991"/>
                <a:satOff val="13093"/>
                <a:lumOff val="2091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4">
                <a:hueOff val="-6318991"/>
                <a:satOff val="13093"/>
                <a:lumOff val="2091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500" kern="1200" dirty="0"/>
            <a:t>Fetch the Raw data</a:t>
          </a:r>
        </a:p>
      </dsp:txBody>
      <dsp:txXfrm>
        <a:off x="1885745" y="1467976"/>
        <a:ext cx="1631284" cy="1105937"/>
      </dsp:txXfrm>
    </dsp:sp>
    <dsp:sp modelId="{19F3313C-0B6D-48AE-ACB4-63E9E0BAC008}">
      <dsp:nvSpPr>
        <dsp:cNvPr id="0" name=""/>
        <dsp:cNvSpPr/>
      </dsp:nvSpPr>
      <dsp:spPr>
        <a:xfrm>
          <a:off x="3576871" y="1525026"/>
          <a:ext cx="1273486" cy="9906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1100" kern="1200" dirty="0">
              <a:solidFill>
                <a:srgbClr val="00B0F0"/>
              </a:solidFill>
            </a:rPr>
            <a:t>Gather the raw data </a:t>
          </a:r>
        </a:p>
      </dsp:txBody>
      <dsp:txXfrm>
        <a:off x="3576871" y="1525026"/>
        <a:ext cx="1273486" cy="990600"/>
      </dsp:txXfrm>
    </dsp:sp>
    <dsp:sp modelId="{0BC851A4-F96B-4548-8748-03DA46A52F8D}">
      <dsp:nvSpPr>
        <dsp:cNvPr id="0" name=""/>
        <dsp:cNvSpPr/>
      </dsp:nvSpPr>
      <dsp:spPr>
        <a:xfrm rot="5400000">
          <a:off x="3553213" y="3937916"/>
          <a:ext cx="1040130" cy="1184151"/>
        </a:xfrm>
        <a:prstGeom prst="bentUpArrow">
          <a:avLst>
            <a:gd name="adj1" fmla="val 32840"/>
            <a:gd name="adj2" fmla="val 25000"/>
            <a:gd name="adj3" fmla="val 35780"/>
          </a:avLst>
        </a:prstGeom>
        <a:solidFill>
          <a:schemeClr val="accent4">
            <a:tint val="50000"/>
            <a:hueOff val="-19654975"/>
            <a:satOff val="35732"/>
            <a:lumOff val="13379"/>
            <a:alphaOff val="0"/>
          </a:schemeClr>
        </a:soli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3">
          <a:scrgbClr r="0" g="0" b="0"/>
        </a:effectRef>
        <a:fontRef idx="minor"/>
      </dsp:style>
    </dsp:sp>
    <dsp:sp modelId="{C8B87964-63BB-402C-96CE-04D92DFD5889}">
      <dsp:nvSpPr>
        <dsp:cNvPr id="0" name=""/>
        <dsp:cNvSpPr/>
      </dsp:nvSpPr>
      <dsp:spPr>
        <a:xfrm>
          <a:off x="3277642" y="2784911"/>
          <a:ext cx="1750966" cy="1225619"/>
        </a:xfrm>
        <a:prstGeom prst="roundRect">
          <a:avLst>
            <a:gd name="adj" fmla="val 16670"/>
          </a:avLst>
        </a:prstGeom>
        <a:gradFill rotWithShape="0">
          <a:gsLst>
            <a:gs pos="0">
              <a:schemeClr val="accent4">
                <a:hueOff val="-12637982"/>
                <a:satOff val="26185"/>
                <a:lumOff val="4183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4">
                <a:hueOff val="-12637982"/>
                <a:satOff val="26185"/>
                <a:lumOff val="4183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4">
                <a:hueOff val="-12637982"/>
                <a:satOff val="26185"/>
                <a:lumOff val="4183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500" kern="1200" dirty="0"/>
            <a:t>Refine data</a:t>
          </a:r>
        </a:p>
      </dsp:txBody>
      <dsp:txXfrm>
        <a:off x="3337483" y="2844752"/>
        <a:ext cx="1631284" cy="1105937"/>
      </dsp:txXfrm>
    </dsp:sp>
    <dsp:sp modelId="{77D32013-5301-4836-B75B-FFC977436C69}">
      <dsp:nvSpPr>
        <dsp:cNvPr id="0" name=""/>
        <dsp:cNvSpPr/>
      </dsp:nvSpPr>
      <dsp:spPr>
        <a:xfrm>
          <a:off x="5028608" y="2901802"/>
          <a:ext cx="1273486" cy="9906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1100" kern="1200" dirty="0">
              <a:solidFill>
                <a:srgbClr val="00B050"/>
              </a:solidFill>
            </a:rPr>
            <a:t>Merge the data collected from the multiple files in structured manner.</a:t>
          </a:r>
        </a:p>
      </dsp:txBody>
      <dsp:txXfrm>
        <a:off x="5028608" y="2901802"/>
        <a:ext cx="1273486" cy="990600"/>
      </dsp:txXfrm>
    </dsp:sp>
    <dsp:sp modelId="{FD3761A8-DE95-4FED-B4D8-C78A14BA7569}">
      <dsp:nvSpPr>
        <dsp:cNvPr id="0" name=""/>
        <dsp:cNvSpPr/>
      </dsp:nvSpPr>
      <dsp:spPr>
        <a:xfrm>
          <a:off x="4729379" y="4161686"/>
          <a:ext cx="1750966" cy="1225619"/>
        </a:xfrm>
        <a:prstGeom prst="roundRect">
          <a:avLst>
            <a:gd name="adj" fmla="val 16670"/>
          </a:avLst>
        </a:prstGeom>
        <a:gradFill rotWithShape="0">
          <a:gsLst>
            <a:gs pos="0">
              <a:schemeClr val="accent4">
                <a:hueOff val="-18956971"/>
                <a:satOff val="39278"/>
                <a:lumOff val="6274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4">
                <a:hueOff val="-18956971"/>
                <a:satOff val="39278"/>
                <a:lumOff val="6274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4">
                <a:hueOff val="-18956971"/>
                <a:satOff val="39278"/>
                <a:lumOff val="6274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500" kern="1200" dirty="0">
              <a:solidFill>
                <a:schemeClr val="tx1"/>
              </a:solidFill>
            </a:rPr>
            <a:t>Data Analysis</a:t>
          </a:r>
        </a:p>
      </dsp:txBody>
      <dsp:txXfrm>
        <a:off x="4789220" y="4221527"/>
        <a:ext cx="1631284" cy="1105937"/>
      </dsp:txXfrm>
    </dsp:sp>
    <dsp:sp modelId="{EAA2EAE0-5924-49C3-91B6-BE34C9D55DA2}">
      <dsp:nvSpPr>
        <dsp:cNvPr id="0" name=""/>
        <dsp:cNvSpPr/>
      </dsp:nvSpPr>
      <dsp:spPr>
        <a:xfrm>
          <a:off x="6480346" y="4278577"/>
          <a:ext cx="1273486" cy="9906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1300" kern="1200" dirty="0">
              <a:solidFill>
                <a:schemeClr val="accent5">
                  <a:lumMod val="75000"/>
                </a:schemeClr>
              </a:solidFill>
            </a:rPr>
            <a:t>Analyse the data using the tools such as Power BI, Tableau</a:t>
          </a:r>
        </a:p>
      </dsp:txBody>
      <dsp:txXfrm>
        <a:off x="6480346" y="4278577"/>
        <a:ext cx="1273486" cy="9906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StepDownProcess">
  <dgm:title val=""/>
  <dgm:desc val=""/>
  <dgm:catLst>
    <dgm:cat type="process" pri="16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</dgm:ptLst>
      <dgm:cxnLst>
        <dgm:cxn modelId="60" srcId="0" destId="10" srcOrd="0" destOrd="0"/>
        <dgm:cxn modelId="12" srcId="10" destId="11" srcOrd="0" destOrd="0"/>
        <dgm:cxn modelId="70" srcId="0" destId="20" srcOrd="1" destOrd="0"/>
        <dgm:cxn modelId="22" srcId="20" destId="21" srcOrd="0" destOrd="0"/>
        <dgm:cxn modelId="80" srcId="0" destId="30" srcOrd="2" destOrd="0"/>
        <dgm:cxn modelId="32" srcId="30" destId="31" srcOrd="0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60" srcId="0" destId="10" srcOrd="0" destOrd="0"/>
        <dgm:cxn modelId="7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60" srcId="0" destId="10" srcOrd="0" destOrd="0"/>
        <dgm:cxn modelId="70" srcId="0" destId="20" srcOrd="1" destOrd="0"/>
        <dgm:cxn modelId="80" srcId="0" destId="30" srcOrd="2" destOrd="0"/>
        <dgm:cxn modelId="90" srcId="0" destId="40" srcOrd="3" destOrd="0"/>
      </dgm:cxnLst>
      <dgm:bg/>
      <dgm:whole/>
    </dgm:dataModel>
  </dgm:clrData>
  <dgm:layoutNode name="rootnode">
    <dgm:varLst>
      <dgm:chMax/>
      <dgm:chPref/>
      <dgm:dir/>
      <dgm:animLvl val="lvl"/>
    </dgm:varLst>
    <dgm:choose name="Name0">
      <dgm:if name="Name1" func="var" arg="dir" op="equ" val="norm">
        <dgm:alg type="snake">
          <dgm:param type="grDir" val="tL"/>
          <dgm:param type="flowDir" val="row"/>
          <dgm:param type="off" val="off"/>
          <dgm:param type="bkpt" val="fixed"/>
          <dgm:param type="bkPtFixedVal" val="1"/>
        </dgm:alg>
      </dgm:if>
      <dgm:else name="Name2">
        <dgm:alg type="snake">
          <dgm:param type="grDir" val="tR"/>
          <dgm:param type="flowDir" val="row"/>
          <dgm:param type="off" val="off"/>
          <dgm:param type="bkpt" val="fixed"/>
          <dgm:param type="bkPtFixedVal" val="1"/>
        </dgm:alg>
      </dgm:else>
    </dgm:choose>
    <dgm:shape xmlns:r="http://schemas.openxmlformats.org/officeDocument/2006/relationships" r:blip="">
      <dgm:adjLst/>
    </dgm:shape>
    <dgm:choose name="Name3">
      <dgm:if name="Name4" func="var" arg="dir" op="equ" val="norm">
        <dgm:constrLst>
          <dgm:constr type="alignOff" forName="rootnode" val="0.48"/>
          <dgm:constr type="primFontSz" for="des" forName="ParentText" val="65"/>
          <dgm:constr type="primFontSz" for="des" forName="ChildText" refType="primFontSz" refFor="des" refForName="ParentText" op="lte"/>
          <dgm:constr type="w" for="ch" forName="composite" refType="w"/>
          <dgm:constr type="h" for="ch" forName="composite" refType="h"/>
          <dgm:constr type="sp" refType="h" refFor="ch" refForName="composite" op="equ" fact="-0.38"/>
        </dgm:constrLst>
      </dgm:if>
      <dgm:else name="Name5">
        <dgm:constrLst>
          <dgm:constr type="alignOff" forName="rootnode" val="0.48"/>
          <dgm:constr type="primFontSz" for="des" forName="ParentText" val="65"/>
          <dgm:constr type="primFontSz" for="des" forName="ChildText" refType="primFontSz" refFor="des" refForName="ParentText" op="lte"/>
          <dgm:constr type="w" for="ch" forName="composite" refType="w"/>
          <dgm:constr type="h" for="ch" forName="composite" refType="h"/>
          <dgm:constr type="sp" refType="h" refFor="ch" refForName="composite" op="equ" fact="-0.38"/>
        </dgm:constrLst>
      </dgm:else>
    </dgm:choose>
    <dgm:forEach name="nodesForEach" axis="ch" ptType="node">
      <dgm:layoutNode name="composite">
        <dgm:alg type="composite">
          <dgm:param type="ar" val="1.2439"/>
        </dgm:alg>
        <dgm:shape xmlns:r="http://schemas.openxmlformats.org/officeDocument/2006/relationships" r:blip="">
          <dgm:adjLst/>
        </dgm:shape>
        <dgm:choose name="Name6">
          <dgm:if name="Name7" func="var" arg="dir" op="equ" val="norm">
            <dgm:constrLst>
              <dgm:constr type="l" for="ch" forName="bentUpArrow1" refType="w" fact="0.07"/>
              <dgm:constr type="t" for="ch" forName="bentUpArrow1" refType="h" fact="0.524"/>
              <dgm:constr type="w" for="ch" forName="bentUpArrow1" refType="w" fact="0.3844"/>
              <dgm:constr type="h" for="ch" forName="bentUpArrow1" refType="h" fact="0.42"/>
              <dgm:constr type="l" for="ch" forName="ParentText" refType="w" fact="0"/>
              <dgm:constr type="t" for="ch" forName="ParentText" refType="h" fact="0"/>
              <dgm:constr type="w" for="ch" forName="ParentText" refType="w" fact="0.5684"/>
              <dgm:constr type="h" for="ch" forName="ParentText" refType="h" fact="0.4949"/>
              <dgm:constr type="l" for="ch" forName="ChildText" refType="w" refFor="ch" refForName="ParentText"/>
              <dgm:constr type="t" for="ch" forName="ChildText" refType="h" fact="0.05"/>
              <dgm:constr type="w" for="ch" forName="ChildText" refType="w" fact="0.4134"/>
              <dgm:constr type="h" for="ch" forName="ChildText" refType="h" fact="0.4"/>
              <dgm:constr type="l" for="ch" forName="FinalChildText" refType="w" refFor="ch" refForName="ParentText"/>
              <dgm:constr type="t" for="ch" forName="FinalChildText" refType="h" fact="0.05"/>
              <dgm:constr type="w" for="ch" forName="FinalChildText" refType="w" fact="0.4134"/>
              <dgm:constr type="h" for="ch" forName="FinalChildText" refType="h" fact="0.4"/>
            </dgm:constrLst>
          </dgm:if>
          <dgm:else name="Name8">
            <dgm:constrLst>
              <dgm:constr type="r" for="ch" forName="bentUpArrow1" refType="w" fact="0.97"/>
              <dgm:constr type="t" for="ch" forName="bentUpArrow1" refType="h" fact="0.524"/>
              <dgm:constr type="w" for="ch" forName="bentUpArrow1" refType="w" fact="0.3844"/>
              <dgm:constr type="h" for="ch" forName="bentUpArrow1" refType="h" fact="0.42"/>
              <dgm:constr type="l" for="ch" forName="ParentText" refType="w" fact="0.4316"/>
              <dgm:constr type="t" for="ch" forName="ParentText" refType="h" fact="0"/>
              <dgm:constr type="w" for="ch" forName="ParentText" refType="w" fact="0.5684"/>
              <dgm:constr type="h" for="ch" forName="ParentText" refType="h" fact="0.4949"/>
              <dgm:constr type="l" for="ch" forName="ChildText" refType="w" fact="0"/>
              <dgm:constr type="t" for="ch" forName="ChildText" refType="h" fact="0.05"/>
              <dgm:constr type="w" for="ch" forName="ChildText" refType="w" fact="0.4134"/>
              <dgm:constr type="h" for="ch" forName="ChildText" refType="h" fact="0.4"/>
              <dgm:constr type="l" for="ch" forName="FinalChildText" refType="w" fact="0"/>
              <dgm:constr type="t" for="ch" forName="FinalChildText" refType="h" fact="0.05"/>
              <dgm:constr type="w" for="ch" forName="FinalChildText" refType="w" fact="0.4134"/>
              <dgm:constr type="h" for="ch" forName="FinalChildText" refType="h" fact="0.4"/>
            </dgm:constrLst>
          </dgm:else>
        </dgm:choose>
        <dgm:choose name="Name9">
          <dgm:if name="Name10" axis="followSib" ptType="node" func="cnt" op="gte" val="1">
            <dgm:layoutNode name="bentUpArrow1" styleLbl="alignImgPlace1">
              <dgm:alg type="sp"/>
              <dgm:choose name="Name11">
                <dgm:if name="Name12" func="var" arg="dir" op="equ" val="norm">
                  <dgm:shape xmlns:r="http://schemas.openxmlformats.org/officeDocument/2006/relationships" rot="90" type="bentUpArrow" r:blip="">
                    <dgm:adjLst>
                      <dgm:adj idx="1" val="0.3284"/>
                      <dgm:adj idx="2" val="0.25"/>
                      <dgm:adj idx="3" val="0.3578"/>
                    </dgm:adjLst>
                  </dgm:shape>
                </dgm:if>
                <dgm:else name="Name13">
                  <dgm:shape xmlns:r="http://schemas.openxmlformats.org/officeDocument/2006/relationships" rot="180" type="bentArrow" r:blip="">
                    <dgm:adjLst>
                      <dgm:adj idx="1" val="0.3284"/>
                      <dgm:adj idx="2" val="0.25"/>
                      <dgm:adj idx="3" val="0.3578"/>
                      <dgm:adj idx="4" val="0"/>
                    </dgm:adjLst>
                  </dgm:shape>
                </dgm:else>
              </dgm:choose>
              <dgm:presOf/>
            </dgm:layoutNode>
          </dgm:if>
          <dgm:else name="Name14"/>
        </dgm:choose>
        <dgm:layoutNode name="ParentText" styleLbl="node1">
          <dgm:varLst>
            <dgm:chMax val="1"/>
            <dgm:chPref val="1"/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667"/>
            </dgm:adjLst>
          </dgm:shape>
          <dgm:presOf axis="self" ptType="node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choose name="Name15">
          <dgm:if name="Name16" axis="followSib" ptType="node" func="cnt" op="equ" val="0">
            <dgm:choose name="Name17">
              <dgm:if name="Name18" axis="ch" ptType="node" func="cnt" op="gte" val="1">
                <dgm:layoutNode name="FinalChildText" styleLbl="revTx">
                  <dgm:varLst>
                    <dgm:chMax val="0"/>
                    <dgm:chPref val="0"/>
                    <dgm:bulletEnabled val="1"/>
                  </dgm:varLst>
                  <dgm:alg type="tx">
                    <dgm:param type="stBulletLvl" val="1"/>
                    <dgm:param type="txAnchorVertCh" val="mid"/>
                    <dgm:param type="parTxLTRAlign" val="l"/>
                  </dgm:alg>
                  <dgm:shape xmlns:r="http://schemas.openxmlformats.org/officeDocument/2006/relationships" type="rect" r:blip="">
                    <dgm:adjLst/>
                  </dgm:shape>
                  <dgm:presOf axis="des" ptType="node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9"/>
            </dgm:choose>
          </dgm:if>
          <dgm:else name="Name20">
            <dgm:layoutNode name="ChildText" styleLbl="revTx">
              <dgm:varLst>
                <dgm:chMax val="0"/>
                <dgm:chPref val="0"/>
                <dgm:bulletEnabled val="1"/>
              </dgm:varLst>
              <dgm:alg type="tx">
                <dgm:param type="stBulletLvl" val="1"/>
                <dgm:param type="txAnchorVertCh" val="mid"/>
                <dgm:param type="parTxLTRAlign" val="l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else>
        </dgm:choose>
      </dgm:layoutNode>
      <dgm:forEach name="sibTransForEach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8F6756E-81DA-9FAC-70D8-556F658BDDA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EBEDD12-BCD5-485B-BCBC-34BB01D7923C}" type="datetimeFigureOut">
              <a:rPr lang="en-US" smtClean="0"/>
              <a:t>11/13/2025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71D415-D05A-7067-CCD3-457153D96CD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2C230DF-5933-439D-898F-38E9AC9BA688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B97095E3-54D2-CFD2-4F49-7536FC8641D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8" name="Header Placeholder 7">
            <a:extLst>
              <a:ext uri="{FF2B5EF4-FFF2-40B4-BE49-F238E27FC236}">
                <a16:creationId xmlns:a16="http://schemas.microsoft.com/office/drawing/2014/main" id="{521EE01A-C0B5-5ECF-96DD-768F86AA15C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322844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EE7A52F-9D89-7442-A8E9-48D1527B5F6B}" type="datetimeFigureOut">
              <a:rPr lang="en-US" smtClean="0"/>
              <a:t>11/13/2025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89C7E07-3C67-C64C-8DA0-0404F630397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25283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1341681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100420-F7DC-C2F7-2D82-A6835485D8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54883FE-155B-3821-AC80-BB55950A723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6FA7904-5E28-28D6-5F73-921660BD6C9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010C50C-6B28-63F0-0E88-529EAB02582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3976303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3459689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6592317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8618372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1CC2C3-7A57-B01F-2E86-7560B09F4F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00AC7E6-4A26-0D4C-118F-DE47CC1B2F4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2CEA9D3-3A09-0A0F-E9EA-5C28709853B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33E3506-8A43-0F66-138D-B0ACD4FE103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7878970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0CC454-445B-D262-C39C-7F023F8419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383ECAC-A2C9-58E1-B3F0-D7D5B4C7B80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9B8895A-84EE-BABD-9F91-808A88923EB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C82DB6D-61D7-2FCC-2693-C01BB1EA7EB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0565018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A489B1-273B-F79F-EC0E-871C40A1EC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E367AFC-4B61-D83E-A0C1-F0904392666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17C491E-C483-722F-A65B-FBFCD62408B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4B50491-6D9D-4C65-71DD-890338D44FA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0647606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1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B6987D-0137-DE42-B76B-FF621E808D9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309904" y="411479"/>
            <a:ext cx="5486400" cy="3291840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algn="l">
              <a:lnSpc>
                <a:spcPct val="80000"/>
              </a:lnSpc>
              <a:defRPr sz="6000" b="1" i="0" spc="10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C26C18C3-ED25-DD4B-BA72-24932D54DE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1" y="758752"/>
            <a:ext cx="6099248" cy="6099248"/>
            <a:chOff x="0" y="12289"/>
            <a:chExt cx="3550" cy="3551"/>
          </a:xfrm>
        </p:grpSpPr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C07CC263-2515-F147-8CC5-F8E9FF9FA8E4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43B40037-7481-524B-8685-404D965690F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7B759713-8408-EE47-9394-3DA6F5E4B624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A69706A2-3726-FE4E-B923-E75D485978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309360" y="3950208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413275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806C6F65-35CD-D64B-992A-0C1C1E0038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6362700" y="0"/>
            <a:ext cx="5829298" cy="3235602"/>
            <a:chOff x="5612972" y="1"/>
            <a:chExt cx="6615961" cy="3672246"/>
          </a:xfrm>
        </p:grpSpPr>
        <p:sp>
          <p:nvSpPr>
            <p:cNvPr id="7" name="AutoShape 24">
              <a:extLst>
                <a:ext uri="{FF2B5EF4-FFF2-40B4-BE49-F238E27FC236}">
                  <a16:creationId xmlns:a16="http://schemas.microsoft.com/office/drawing/2014/main" id="{CFD467E2-FF13-7E4F-BEF9-EA1A17665B2D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2972" y="1"/>
              <a:ext cx="4408998" cy="3672246"/>
            </a:xfrm>
            <a:custGeom>
              <a:avLst/>
              <a:gdLst>
                <a:gd name="T0" fmla="+- 0 8372 6586"/>
                <a:gd name="T1" fmla="*/ T0 w 3578"/>
                <a:gd name="T2" fmla="*/ 591 h 2980"/>
                <a:gd name="T3" fmla="+- 0 7780 6586"/>
                <a:gd name="T4" fmla="*/ T3 w 3578"/>
                <a:gd name="T5" fmla="*/ 0 h 2980"/>
                <a:gd name="T6" fmla="+- 0 6586 6586"/>
                <a:gd name="T7" fmla="*/ T6 w 3578"/>
                <a:gd name="T8" fmla="*/ 0 h 2980"/>
                <a:gd name="T9" fmla="+- 0 7774 6586"/>
                <a:gd name="T10" fmla="*/ T9 w 3578"/>
                <a:gd name="T11" fmla="*/ 1188 h 2980"/>
                <a:gd name="T12" fmla="+- 0 8372 6586"/>
                <a:gd name="T13" fmla="*/ T12 w 3578"/>
                <a:gd name="T14" fmla="*/ 591 h 2980"/>
                <a:gd name="T15" fmla="+- 0 10163 6586"/>
                <a:gd name="T16" fmla="*/ T15 w 3578"/>
                <a:gd name="T17" fmla="*/ 2383 h 2980"/>
                <a:gd name="T18" fmla="+- 0 9566 6586"/>
                <a:gd name="T19" fmla="*/ T18 w 3578"/>
                <a:gd name="T20" fmla="*/ 1786 h 2980"/>
                <a:gd name="T21" fmla="+- 0 8969 6586"/>
                <a:gd name="T22" fmla="*/ T21 w 3578"/>
                <a:gd name="T23" fmla="*/ 2383 h 2980"/>
                <a:gd name="T24" fmla="+- 0 9566 6586"/>
                <a:gd name="T25" fmla="*/ T24 w 3578"/>
                <a:gd name="T26" fmla="*/ 2980 h 2980"/>
                <a:gd name="T27" fmla="+- 0 10163 6586"/>
                <a:gd name="T28" fmla="*/ T27 w 3578"/>
                <a:gd name="T29" fmla="*/ 2383 h 2980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  <a:cxn ang="0">
                  <a:pos x="T13" y="T14"/>
                </a:cxn>
                <a:cxn ang="0">
                  <a:pos x="T16" y="T17"/>
                </a:cxn>
                <a:cxn ang="0">
                  <a:pos x="T19" y="T20"/>
                </a:cxn>
                <a:cxn ang="0">
                  <a:pos x="T22" y="T23"/>
                </a:cxn>
                <a:cxn ang="0">
                  <a:pos x="T25" y="T26"/>
                </a:cxn>
                <a:cxn ang="0">
                  <a:pos x="T28" y="T29"/>
                </a:cxn>
              </a:cxnLst>
              <a:rect l="0" t="0" r="r" b="b"/>
              <a:pathLst>
                <a:path w="3578" h="2980">
                  <a:moveTo>
                    <a:pt x="1786" y="591"/>
                  </a:moveTo>
                  <a:lnTo>
                    <a:pt x="1194" y="0"/>
                  </a:lnTo>
                  <a:lnTo>
                    <a:pt x="0" y="0"/>
                  </a:lnTo>
                  <a:lnTo>
                    <a:pt x="1188" y="1188"/>
                  </a:lnTo>
                  <a:lnTo>
                    <a:pt x="1786" y="591"/>
                  </a:lnTo>
                  <a:moveTo>
                    <a:pt x="3577" y="2383"/>
                  </a:moveTo>
                  <a:lnTo>
                    <a:pt x="2980" y="1786"/>
                  </a:lnTo>
                  <a:lnTo>
                    <a:pt x="2383" y="2383"/>
                  </a:lnTo>
                  <a:lnTo>
                    <a:pt x="2980" y="2980"/>
                  </a:lnTo>
                  <a:lnTo>
                    <a:pt x="3577" y="2383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8" name="Freeform 7">
              <a:extLst>
                <a:ext uri="{FF2B5EF4-FFF2-40B4-BE49-F238E27FC236}">
                  <a16:creationId xmlns:a16="http://schemas.microsoft.com/office/drawing/2014/main" id="{CA85A327-3157-B442-993A-6900F71249AC}"/>
                </a:ext>
              </a:extLst>
            </p:cNvPr>
            <p:cNvSpPr>
              <a:spLocks/>
            </p:cNvSpPr>
            <p:nvPr/>
          </p:nvSpPr>
          <p:spPr bwMode="auto">
            <a:xfrm>
              <a:off x="6341233" y="1463970"/>
              <a:ext cx="2208196" cy="2208277"/>
            </a:xfrm>
            <a:custGeom>
              <a:avLst/>
              <a:gdLst>
                <a:gd name="T0" fmla="+- 0 7774 7177"/>
                <a:gd name="T1" fmla="*/ T0 w 1792"/>
                <a:gd name="T2" fmla="+- 0 1188 1188"/>
                <a:gd name="T3" fmla="*/ 1188 h 1792"/>
                <a:gd name="T4" fmla="+- 0 7177 7177"/>
                <a:gd name="T5" fmla="*/ T4 w 1792"/>
                <a:gd name="T6" fmla="+- 0 1786 1188"/>
                <a:gd name="T7" fmla="*/ 1786 h 1792"/>
                <a:gd name="T8" fmla="+- 0 8372 7177"/>
                <a:gd name="T9" fmla="*/ T8 w 1792"/>
                <a:gd name="T10" fmla="+- 0 2980 1188"/>
                <a:gd name="T11" fmla="*/ 2980 h 1792"/>
                <a:gd name="T12" fmla="+- 0 8969 7177"/>
                <a:gd name="T13" fmla="*/ T12 w 1792"/>
                <a:gd name="T14" fmla="+- 0 2383 1188"/>
                <a:gd name="T15" fmla="*/ 2383 h 1792"/>
                <a:gd name="T16" fmla="+- 0 7774 7177"/>
                <a:gd name="T17" fmla="*/ T16 w 1792"/>
                <a:gd name="T18" fmla="+- 0 1188 1188"/>
                <a:gd name="T19" fmla="*/ 1188 h 1792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792" h="1792">
                  <a:moveTo>
                    <a:pt x="597" y="0"/>
                  </a:moveTo>
                  <a:lnTo>
                    <a:pt x="0" y="598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7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9" name="Freeform 8">
              <a:extLst>
                <a:ext uri="{FF2B5EF4-FFF2-40B4-BE49-F238E27FC236}">
                  <a16:creationId xmlns:a16="http://schemas.microsoft.com/office/drawing/2014/main" id="{9A459CB4-74AF-0544-AB1E-7CC6D10F84EB}"/>
                </a:ext>
              </a:extLst>
            </p:cNvPr>
            <p:cNvSpPr>
              <a:spLocks/>
            </p:cNvSpPr>
            <p:nvPr/>
          </p:nvSpPr>
          <p:spPr bwMode="auto">
            <a:xfrm>
              <a:off x="8555590" y="1"/>
              <a:ext cx="1457754" cy="729520"/>
            </a:xfrm>
            <a:custGeom>
              <a:avLst/>
              <a:gdLst>
                <a:gd name="T0" fmla="+- 0 10158 8975"/>
                <a:gd name="T1" fmla="*/ T0 w 1183"/>
                <a:gd name="T2" fmla="*/ 0 h 592"/>
                <a:gd name="T3" fmla="+- 0 8975 8975"/>
                <a:gd name="T4" fmla="*/ T3 w 1183"/>
                <a:gd name="T5" fmla="*/ 0 h 592"/>
                <a:gd name="T6" fmla="+- 0 9566 8975"/>
                <a:gd name="T7" fmla="*/ T6 w 1183"/>
                <a:gd name="T8" fmla="*/ 591 h 592"/>
                <a:gd name="T9" fmla="+- 0 10158 8975"/>
                <a:gd name="T10" fmla="*/ T9 w 1183"/>
                <a:gd name="T11" fmla="*/ 0 h 592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</a:cxnLst>
              <a:rect l="0" t="0" r="r" b="b"/>
              <a:pathLst>
                <a:path w="1183" h="592">
                  <a:moveTo>
                    <a:pt x="1183" y="0"/>
                  </a:moveTo>
                  <a:lnTo>
                    <a:pt x="0" y="0"/>
                  </a:lnTo>
                  <a:lnTo>
                    <a:pt x="591" y="591"/>
                  </a:lnTo>
                  <a:lnTo>
                    <a:pt x="1183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95A20BFD-9142-D64A-A78A-61B75FCA0D76}"/>
                </a:ext>
              </a:extLst>
            </p:cNvPr>
            <p:cNvSpPr>
              <a:spLocks/>
            </p:cNvSpPr>
            <p:nvPr/>
          </p:nvSpPr>
          <p:spPr bwMode="auto">
            <a:xfrm>
              <a:off x="7076887" y="728289"/>
              <a:ext cx="2208196" cy="2208277"/>
            </a:xfrm>
            <a:custGeom>
              <a:avLst/>
              <a:gdLst>
                <a:gd name="T0" fmla="+- 0 8372 7774"/>
                <a:gd name="T1" fmla="*/ T0 w 1792"/>
                <a:gd name="T2" fmla="+- 0 591 591"/>
                <a:gd name="T3" fmla="*/ 591 h 1792"/>
                <a:gd name="T4" fmla="+- 0 7774 7774"/>
                <a:gd name="T5" fmla="*/ T4 w 1792"/>
                <a:gd name="T6" fmla="+- 0 1188 591"/>
                <a:gd name="T7" fmla="*/ 1188 h 1792"/>
                <a:gd name="T8" fmla="+- 0 8969 7774"/>
                <a:gd name="T9" fmla="*/ T8 w 1792"/>
                <a:gd name="T10" fmla="+- 0 2383 591"/>
                <a:gd name="T11" fmla="*/ 2383 h 1792"/>
                <a:gd name="T12" fmla="+- 0 9566 7774"/>
                <a:gd name="T13" fmla="*/ T12 w 1792"/>
                <a:gd name="T14" fmla="+- 0 1786 591"/>
                <a:gd name="T15" fmla="*/ 1786 h 1792"/>
                <a:gd name="T16" fmla="+- 0 8372 7774"/>
                <a:gd name="T17" fmla="*/ T16 w 1792"/>
                <a:gd name="T18" fmla="+- 0 591 591"/>
                <a:gd name="T19" fmla="*/ 591 h 1792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792" h="1792">
                  <a:moveTo>
                    <a:pt x="598" y="0"/>
                  </a:moveTo>
                  <a:lnTo>
                    <a:pt x="0" y="597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8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B80736DF-C890-DB47-AEAA-D3D92505E632}"/>
                </a:ext>
              </a:extLst>
            </p:cNvPr>
            <p:cNvSpPr>
              <a:spLocks/>
            </p:cNvSpPr>
            <p:nvPr/>
          </p:nvSpPr>
          <p:spPr bwMode="auto">
            <a:xfrm>
              <a:off x="9285083" y="728289"/>
              <a:ext cx="2943850" cy="2943958"/>
            </a:xfrm>
            <a:custGeom>
              <a:avLst/>
              <a:gdLst>
                <a:gd name="T0" fmla="+- 0 11955 9566"/>
                <a:gd name="T1" fmla="*/ T0 w 2389"/>
                <a:gd name="T2" fmla="+- 0 1786 591"/>
                <a:gd name="T3" fmla="*/ 1786 h 2389"/>
                <a:gd name="T4" fmla="+- 0 10760 9566"/>
                <a:gd name="T5" fmla="*/ T4 w 2389"/>
                <a:gd name="T6" fmla="+- 0 591 591"/>
                <a:gd name="T7" fmla="*/ 591 h 2389"/>
                <a:gd name="T8" fmla="+- 0 9566 9566"/>
                <a:gd name="T9" fmla="*/ T8 w 2389"/>
                <a:gd name="T10" fmla="+- 0 1786 591"/>
                <a:gd name="T11" fmla="*/ 1786 h 2389"/>
                <a:gd name="T12" fmla="+- 0 10760 9566"/>
                <a:gd name="T13" fmla="*/ T12 w 2389"/>
                <a:gd name="T14" fmla="+- 0 2980 591"/>
                <a:gd name="T15" fmla="*/ 2980 h 2389"/>
                <a:gd name="T16" fmla="+- 0 11955 9566"/>
                <a:gd name="T17" fmla="*/ T16 w 2389"/>
                <a:gd name="T18" fmla="+- 0 1786 591"/>
                <a:gd name="T19" fmla="*/ 1786 h 2389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2389" h="2389">
                  <a:moveTo>
                    <a:pt x="2389" y="1195"/>
                  </a:moveTo>
                  <a:lnTo>
                    <a:pt x="1194" y="0"/>
                  </a:lnTo>
                  <a:lnTo>
                    <a:pt x="0" y="1195"/>
                  </a:lnTo>
                  <a:lnTo>
                    <a:pt x="1194" y="2389"/>
                  </a:lnTo>
                  <a:lnTo>
                    <a:pt x="2389" y="1195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12" name="Title 1">
            <a:extLst>
              <a:ext uri="{FF2B5EF4-FFF2-40B4-BE49-F238E27FC236}">
                <a16:creationId xmlns:a16="http://schemas.microsoft.com/office/drawing/2014/main" id="{39F93F26-ED5C-E74E-BFBD-E3054DC1B9C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360" y="189572"/>
            <a:ext cx="6787747" cy="1593507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 spc="50" baseline="0"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sp>
        <p:nvSpPr>
          <p:cNvPr id="2" name="Content Placeholder 5">
            <a:extLst>
              <a:ext uri="{FF2B5EF4-FFF2-40B4-BE49-F238E27FC236}">
                <a16:creationId xmlns:a16="http://schemas.microsoft.com/office/drawing/2014/main" id="{186153BD-9D2B-47EB-3553-1D3F6663B2A3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94359" y="2281918"/>
            <a:ext cx="6787747" cy="3708517"/>
          </a:xfrm>
        </p:spPr>
        <p:txBody>
          <a:bodyPr lIns="0" tIns="228600" rIns="0" bIns="0">
            <a:normAutofit/>
          </a:bodyPr>
          <a:lstStyle>
            <a:lvl1pPr marL="283464" indent="-283464">
              <a:lnSpc>
                <a:spcPct val="80000"/>
              </a:lnSpc>
              <a:spcBef>
                <a:spcPts val="2200"/>
              </a:spcBef>
              <a:buFont typeface="Arial" panose="020B0604020202020204" pitchFamily="34" charset="0"/>
              <a:buChar char="•"/>
              <a:defRPr lang="en-US" sz="2400" b="1" i="0" kern="1200" dirty="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indent="-283464">
              <a:spcBef>
                <a:spcPts val="600"/>
              </a:spcBef>
              <a:defRPr sz="2000"/>
            </a:lvl2pPr>
            <a:lvl3pPr indent="-283464">
              <a:spcBef>
                <a:spcPts val="1800"/>
              </a:spcBef>
              <a:defRPr sz="2000"/>
            </a:lvl3pPr>
            <a:lvl4pPr indent="-283464">
              <a:spcBef>
                <a:spcPts val="1800"/>
              </a:spcBef>
              <a:defRPr sz="2000"/>
            </a:lvl4pPr>
            <a:lvl5pPr indent="-283464"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3" name="Slide Number Placeholder 42">
            <a:extLst>
              <a:ext uri="{FF2B5EF4-FFF2-40B4-BE49-F238E27FC236}">
                <a16:creationId xmlns:a16="http://schemas.microsoft.com/office/drawing/2014/main" id="{D80CCC8F-9CF1-9621-04EB-DFA68FEE42D2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>
              <a:latin typeface="+mn-lt"/>
            </a:endParaRPr>
          </a:p>
        </p:txBody>
      </p:sp>
      <p:sp>
        <p:nvSpPr>
          <p:cNvPr id="42" name="Date Placeholder 41">
            <a:extLst>
              <a:ext uri="{FF2B5EF4-FFF2-40B4-BE49-F238E27FC236}">
                <a16:creationId xmlns:a16="http://schemas.microsoft.com/office/drawing/2014/main" id="{29CE2856-DB8F-5603-C085-74C70560FAC8}"/>
              </a:ext>
            </a:extLst>
          </p:cNvPr>
          <p:cNvSpPr>
            <a:spLocks noGrp="1"/>
          </p:cNvSpPr>
          <p:nvPr>
            <p:ph type="dt" sz="half" idx="25"/>
          </p:nvPr>
        </p:nvSpPr>
        <p:spPr/>
        <p:txBody>
          <a:bodyPr/>
          <a:lstStyle/>
          <a:p>
            <a:endParaRPr lang="en-US" dirty="0">
              <a:latin typeface="+mn-lt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979826C1-7A52-DA25-F422-EE62DED7D1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148840"/>
            <a:ext cx="2130552" cy="0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180892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B79D0555-EBDC-B53A-212D-A5921795FEC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80543"/>
          </a:xfrm>
          <a:custGeom>
            <a:avLst/>
            <a:gdLst>
              <a:gd name="connsiteX0" fmla="*/ 6309360 w 12192000"/>
              <a:gd name="connsiteY0" fmla="*/ 3951843 h 6880543"/>
              <a:gd name="connsiteX1" fmla="*/ 6309360 w 12192000"/>
              <a:gd name="connsiteY1" fmla="*/ 4052427 h 6880543"/>
              <a:gd name="connsiteX2" fmla="*/ 8442960 w 12192000"/>
              <a:gd name="connsiteY2" fmla="*/ 4052427 h 6880543"/>
              <a:gd name="connsiteX3" fmla="*/ 8442960 w 12192000"/>
              <a:gd name="connsiteY3" fmla="*/ 3951843 h 6880543"/>
              <a:gd name="connsiteX4" fmla="*/ 0 w 12192000"/>
              <a:gd name="connsiteY4" fmla="*/ 0 h 6880543"/>
              <a:gd name="connsiteX5" fmla="*/ 12192000 w 12192000"/>
              <a:gd name="connsiteY5" fmla="*/ 0 h 6880543"/>
              <a:gd name="connsiteX6" fmla="*/ 12192000 w 12192000"/>
              <a:gd name="connsiteY6" fmla="*/ 6880543 h 6880543"/>
              <a:gd name="connsiteX7" fmla="*/ 0 w 12192000"/>
              <a:gd name="connsiteY7" fmla="*/ 6880543 h 68805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6880543">
                <a:moveTo>
                  <a:pt x="6309360" y="3951843"/>
                </a:moveTo>
                <a:lnTo>
                  <a:pt x="6309360" y="4052427"/>
                </a:lnTo>
                <a:lnTo>
                  <a:pt x="8442960" y="4052427"/>
                </a:lnTo>
                <a:lnTo>
                  <a:pt x="8442960" y="3951843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80543"/>
                </a:lnTo>
                <a:lnTo>
                  <a:pt x="0" y="6880543"/>
                </a:lnTo>
                <a:close/>
              </a:path>
            </a:pathLst>
          </a:custGeom>
        </p:spPr>
        <p:txBody>
          <a:bodyPr wrap="square" tIns="182880">
            <a:no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8" name="Title 1">
            <a:extLst>
              <a:ext uri="{FF2B5EF4-FFF2-40B4-BE49-F238E27FC236}">
                <a16:creationId xmlns:a16="http://schemas.microsoft.com/office/drawing/2014/main" id="{8D492973-78E3-D34E-835E-CF2D4517016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09359" y="444933"/>
            <a:ext cx="5477479" cy="3291840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6000" b="1" i="0" baseline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96BA398-1ED2-1FCA-63B9-8915A8C7A5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309360" y="3951843"/>
            <a:ext cx="2133600" cy="100584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2916956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7104">
          <p15:clr>
            <a:srgbClr val="FBAE40"/>
          </p15:clr>
        </p15:guide>
        <p15:guide id="3" pos="4344" userDrawn="1">
          <p15:clr>
            <a:srgbClr val="FBAE40"/>
          </p15:clr>
        </p15:guide>
        <p15:guide id="4" pos="4560" userDrawn="1">
          <p15:clr>
            <a:srgbClr val="FBAE40"/>
          </p15:clr>
        </p15:guide>
        <p15:guide id="8" orient="horz" pos="1848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B6987D-0137-DE42-B76B-FF621E808D9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299835" y="430529"/>
            <a:ext cx="5486400" cy="3291840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algn="l">
              <a:lnSpc>
                <a:spcPct val="80000"/>
              </a:lnSpc>
              <a:defRPr sz="6000" b="1" i="0" spc="10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A9973BC6-F6E5-0B3B-C8AB-0AC4020D4E8B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0" y="-11113"/>
            <a:ext cx="5791200" cy="6880226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8" name="Text Placeholder 29">
            <a:extLst>
              <a:ext uri="{FF2B5EF4-FFF2-40B4-BE49-F238E27FC236}">
                <a16:creationId xmlns:a16="http://schemas.microsoft.com/office/drawing/2014/main" id="{276A9CD7-E675-3048-86D3-3546A2F6B45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299835" y="4568602"/>
            <a:ext cx="5486400" cy="1645920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2400" b="1" i="0">
                <a:solidFill>
                  <a:schemeClr val="tx2">
                    <a:lumMod val="75000"/>
                  </a:schemeClr>
                </a:solidFill>
                <a:latin typeface="+mn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9169ED6-4B82-6844-119F-AC15CDF2D3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309360" y="3950208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879140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C57F1500-1A16-D1EF-4F0C-030852B291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14884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10" name="Group 9">
            <a:extLst>
              <a:ext uri="{FF2B5EF4-FFF2-40B4-BE49-F238E27FC236}">
                <a16:creationId xmlns:a16="http://schemas.microsoft.com/office/drawing/2014/main" id="{2D07A0BE-3890-193E-9439-F294E61A71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11" name="Freeform 19">
              <a:extLst>
                <a:ext uri="{FF2B5EF4-FFF2-40B4-BE49-F238E27FC236}">
                  <a16:creationId xmlns:a16="http://schemas.microsoft.com/office/drawing/2014/main" id="{C05217ED-C258-E6CE-BA7F-28A6EA41BCD3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2" name="Freeform 20">
              <a:extLst>
                <a:ext uri="{FF2B5EF4-FFF2-40B4-BE49-F238E27FC236}">
                  <a16:creationId xmlns:a16="http://schemas.microsoft.com/office/drawing/2014/main" id="{F3E11A1F-14DD-BA35-D7D7-4D4ADEAA3484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3" name="Freeform 21">
              <a:extLst>
                <a:ext uri="{FF2B5EF4-FFF2-40B4-BE49-F238E27FC236}">
                  <a16:creationId xmlns:a16="http://schemas.microsoft.com/office/drawing/2014/main" id="{F14541B0-973F-7E21-1019-D2FB83C8C0D0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32" name="Title 1">
            <a:extLst>
              <a:ext uri="{FF2B5EF4-FFF2-40B4-BE49-F238E27FC236}">
                <a16:creationId xmlns:a16="http://schemas.microsoft.com/office/drawing/2014/main" id="{467E05B6-B7CB-1E4F-96BA-4B8CFE8B63D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360" y="102875"/>
            <a:ext cx="10873740" cy="1680205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sp>
        <p:nvSpPr>
          <p:cNvPr id="2" name="Content Placeholder 5">
            <a:extLst>
              <a:ext uri="{FF2B5EF4-FFF2-40B4-BE49-F238E27FC236}">
                <a16:creationId xmlns:a16="http://schemas.microsoft.com/office/drawing/2014/main" id="{F6FE0DC0-B0D7-F4D6-8038-177AD7A8C211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657600" y="2282008"/>
            <a:ext cx="7810500" cy="3699328"/>
          </a:xfrm>
        </p:spPr>
        <p:txBody>
          <a:bodyPr lIns="0" tIns="228600" rIns="0" bIns="0">
            <a:normAutofit/>
          </a:bodyPr>
          <a:lstStyle>
            <a:lvl1pPr marL="283464" indent="-283464">
              <a:spcBef>
                <a:spcPts val="1800"/>
              </a:spcBef>
              <a:buFont typeface="Arial" panose="020B0604020202020204" pitchFamily="34" charset="0"/>
              <a:buChar char="•"/>
              <a:defRPr sz="2000"/>
            </a:lvl1pPr>
            <a:lvl2pPr indent="-283464">
              <a:spcBef>
                <a:spcPts val="1800"/>
              </a:spcBef>
              <a:defRPr sz="2000"/>
            </a:lvl2pPr>
            <a:lvl3pPr indent="-283464">
              <a:spcBef>
                <a:spcPts val="1800"/>
              </a:spcBef>
              <a:defRPr sz="2000"/>
            </a:lvl3pPr>
            <a:lvl4pPr indent="-283464">
              <a:spcBef>
                <a:spcPts val="1800"/>
              </a:spcBef>
              <a:defRPr sz="2000"/>
            </a:lvl4pPr>
            <a:lvl5pPr indent="-283464"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7ED58739-4346-5104-B1AC-89ED035912AF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>
              <a:latin typeface="+mn-lt"/>
            </a:endParaRP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9272B8D-F380-9F1A-C8E6-BDD2352B1763}"/>
              </a:ext>
            </a:extLst>
          </p:cNvPr>
          <p:cNvSpPr>
            <a:spLocks noGrp="1"/>
          </p:cNvSpPr>
          <p:nvPr>
            <p:ph type="dt" sz="half" idx="21"/>
          </p:nvPr>
        </p:nvSpPr>
        <p:spPr/>
        <p:txBody>
          <a:bodyPr/>
          <a:lstStyle/>
          <a:p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40296414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304">
          <p15:clr>
            <a:srgbClr val="FBAE40"/>
          </p15:clr>
        </p15:guide>
        <p15:guide id="4" pos="5736">
          <p15:clr>
            <a:srgbClr val="FBAE40"/>
          </p15:clr>
        </p15:guide>
        <p15:guide id="5" pos="1944">
          <p15:clr>
            <a:srgbClr val="FBAE40"/>
          </p15:clr>
        </p15:guide>
        <p15:guide id="6" pos="4008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440">
          <p15:clr>
            <a:srgbClr val="FBAE40"/>
          </p15:clr>
        </p15:guide>
        <p15:guide id="9" orient="horz" pos="552">
          <p15:clr>
            <a:srgbClr val="FBAE40"/>
          </p15:clr>
        </p15:guide>
        <p15:guide id="10" pos="5352">
          <p15:clr>
            <a:srgbClr val="FBAE40"/>
          </p15:clr>
        </p15:guide>
        <p15:guide id="11" pos="3648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B6987D-0137-DE42-B76B-FF621E808D9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309904" y="411479"/>
            <a:ext cx="5486400" cy="3291840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algn="l">
              <a:lnSpc>
                <a:spcPct val="80000"/>
              </a:lnSpc>
              <a:defRPr sz="6000" b="1" i="0" spc="10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C26C18C3-ED25-DD4B-BA72-24932D54DE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1" y="758752"/>
            <a:ext cx="6099248" cy="6099248"/>
            <a:chOff x="0" y="12289"/>
            <a:chExt cx="3550" cy="3551"/>
          </a:xfrm>
        </p:grpSpPr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C07CC263-2515-F147-8CC5-F8E9FF9FA8E4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43B40037-7481-524B-8685-404D965690F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7B759713-8408-EE47-9394-3DA6F5E4B624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A69706A2-3726-FE4E-B923-E75D485978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309360" y="3950208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" name="Text Placeholder 29">
            <a:extLst>
              <a:ext uri="{FF2B5EF4-FFF2-40B4-BE49-F238E27FC236}">
                <a16:creationId xmlns:a16="http://schemas.microsoft.com/office/drawing/2014/main" id="{276A9CD7-E675-3048-86D3-3546A2F6B45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309905" y="4549552"/>
            <a:ext cx="5486400" cy="1645920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2400" b="1" i="0">
                <a:solidFill>
                  <a:schemeClr val="tx2">
                    <a:lumMod val="75000"/>
                  </a:schemeClr>
                </a:solidFill>
                <a:latin typeface="+mn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/>
            <a:r>
              <a:rPr lang="en-US" dirty="0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20271085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wo Content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C97D5AF2-684A-4A8D-3D82-B57D7AC446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 rot="10800000">
            <a:off x="8870040" y="0"/>
            <a:ext cx="3325208" cy="3325208"/>
            <a:chOff x="0" y="12289"/>
            <a:chExt cx="3550" cy="3551"/>
          </a:xfrm>
        </p:grpSpPr>
        <p:sp>
          <p:nvSpPr>
            <p:cNvPr id="12" name="Freeform 4">
              <a:extLst>
                <a:ext uri="{FF2B5EF4-FFF2-40B4-BE49-F238E27FC236}">
                  <a16:creationId xmlns:a16="http://schemas.microsoft.com/office/drawing/2014/main" id="{8CF5F650-F8F0-F4FE-44DA-1F14ADE428B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3" name="Freeform 5">
              <a:extLst>
                <a:ext uri="{FF2B5EF4-FFF2-40B4-BE49-F238E27FC236}">
                  <a16:creationId xmlns:a16="http://schemas.microsoft.com/office/drawing/2014/main" id="{18870924-E47D-404F-59B5-BD1C58F7B04C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4" name="Freeform 7">
              <a:extLst>
                <a:ext uri="{FF2B5EF4-FFF2-40B4-BE49-F238E27FC236}">
                  <a16:creationId xmlns:a16="http://schemas.microsoft.com/office/drawing/2014/main" id="{80806A65-E4FC-2F52-65B3-CC181E620C29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16" name="Title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360" y="278129"/>
            <a:ext cx="9778365" cy="1494596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sp>
        <p:nvSpPr>
          <p:cNvPr id="2" name="Content Placeholder 5">
            <a:extLst>
              <a:ext uri="{FF2B5EF4-FFF2-40B4-BE49-F238E27FC236}">
                <a16:creationId xmlns:a16="http://schemas.microsoft.com/office/drawing/2014/main" id="{F14DA3C5-63E4-BAFB-1D68-47F71EEEE538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594360" y="2676525"/>
            <a:ext cx="4490827" cy="3597470"/>
          </a:xfrm>
        </p:spPr>
        <p:txBody>
          <a:bodyPr lIns="0" tIns="45720" rIns="0" bIns="0">
            <a:normAutofit/>
          </a:bodyPr>
          <a:lstStyle>
            <a:lvl1pPr marL="0" indent="0">
              <a:spcBef>
                <a:spcPts val="1800"/>
              </a:spcBef>
              <a:buFont typeface="Arial" panose="020B0604020202020204" pitchFamily="34" charset="0"/>
              <a:buNone/>
              <a:defRPr sz="2000"/>
            </a:lvl1pPr>
            <a:lvl2pPr marL="283464" indent="-283464">
              <a:spcBef>
                <a:spcPts val="1800"/>
              </a:spcBef>
              <a:defRPr sz="2000"/>
            </a:lvl2pPr>
            <a:lvl3pPr marL="594360" indent="-283464">
              <a:spcBef>
                <a:spcPts val="1800"/>
              </a:spcBef>
              <a:defRPr sz="2000"/>
            </a:lvl3pPr>
            <a:lvl4pPr marL="822960" indent="-283464">
              <a:spcBef>
                <a:spcPts val="1800"/>
              </a:spcBef>
              <a:defRPr sz="2000"/>
            </a:lvl4pPr>
            <a:lvl5pPr marL="1005840" indent="-283464"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Content Placeholder 5">
            <a:extLst>
              <a:ext uri="{FF2B5EF4-FFF2-40B4-BE49-F238E27FC236}">
                <a16:creationId xmlns:a16="http://schemas.microsoft.com/office/drawing/2014/main" id="{BD11386D-847E-8CF5-E56A-42E80A65A089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5881898" y="2676525"/>
            <a:ext cx="4490827" cy="3597470"/>
          </a:xfrm>
        </p:spPr>
        <p:txBody>
          <a:bodyPr lIns="0" tIns="45720" rIns="0" bIns="0">
            <a:normAutofit/>
          </a:bodyPr>
          <a:lstStyle>
            <a:lvl1pPr marL="0" indent="0">
              <a:spcBef>
                <a:spcPts val="1800"/>
              </a:spcBef>
              <a:buFont typeface="Arial" panose="020B0604020202020204" pitchFamily="34" charset="0"/>
              <a:buNone/>
              <a:defRPr sz="2000"/>
            </a:lvl1pPr>
            <a:lvl2pPr marL="283464" indent="-283464">
              <a:spcBef>
                <a:spcPts val="1800"/>
              </a:spcBef>
              <a:defRPr sz="2000"/>
            </a:lvl2pPr>
            <a:lvl3pPr marL="548640" indent="-283464">
              <a:spcBef>
                <a:spcPts val="1800"/>
              </a:spcBef>
              <a:defRPr sz="2000"/>
            </a:lvl3pPr>
            <a:lvl4pPr marL="822960" indent="-283464">
              <a:spcBef>
                <a:spcPts val="1800"/>
              </a:spcBef>
              <a:defRPr sz="2000"/>
            </a:lvl4pPr>
            <a:lvl5pPr marL="1005840" indent="-283464"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>
              <a:latin typeface="+mn-lt"/>
            </a:endParaRP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endParaRPr lang="en-US" dirty="0">
              <a:latin typeface="+mn-lt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14884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4105695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42E558A9-6DD6-E21D-3A8F-6707E1DD19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6362700" y="0"/>
            <a:ext cx="5829298" cy="3235602"/>
            <a:chOff x="5612972" y="1"/>
            <a:chExt cx="6615961" cy="3672246"/>
          </a:xfrm>
        </p:grpSpPr>
        <p:sp>
          <p:nvSpPr>
            <p:cNvPr id="12" name="AutoShape 24">
              <a:extLst>
                <a:ext uri="{FF2B5EF4-FFF2-40B4-BE49-F238E27FC236}">
                  <a16:creationId xmlns:a16="http://schemas.microsoft.com/office/drawing/2014/main" id="{3FC994E4-318C-1E66-B4E4-8F8FD08E098F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2972" y="1"/>
              <a:ext cx="4408998" cy="3672246"/>
            </a:xfrm>
            <a:custGeom>
              <a:avLst/>
              <a:gdLst>
                <a:gd name="T0" fmla="+- 0 8372 6586"/>
                <a:gd name="T1" fmla="*/ T0 w 3578"/>
                <a:gd name="T2" fmla="*/ 591 h 2980"/>
                <a:gd name="T3" fmla="+- 0 7780 6586"/>
                <a:gd name="T4" fmla="*/ T3 w 3578"/>
                <a:gd name="T5" fmla="*/ 0 h 2980"/>
                <a:gd name="T6" fmla="+- 0 6586 6586"/>
                <a:gd name="T7" fmla="*/ T6 w 3578"/>
                <a:gd name="T8" fmla="*/ 0 h 2980"/>
                <a:gd name="T9" fmla="+- 0 7774 6586"/>
                <a:gd name="T10" fmla="*/ T9 w 3578"/>
                <a:gd name="T11" fmla="*/ 1188 h 2980"/>
                <a:gd name="T12" fmla="+- 0 8372 6586"/>
                <a:gd name="T13" fmla="*/ T12 w 3578"/>
                <a:gd name="T14" fmla="*/ 591 h 2980"/>
                <a:gd name="T15" fmla="+- 0 10163 6586"/>
                <a:gd name="T16" fmla="*/ T15 w 3578"/>
                <a:gd name="T17" fmla="*/ 2383 h 2980"/>
                <a:gd name="T18" fmla="+- 0 9566 6586"/>
                <a:gd name="T19" fmla="*/ T18 w 3578"/>
                <a:gd name="T20" fmla="*/ 1786 h 2980"/>
                <a:gd name="T21" fmla="+- 0 8969 6586"/>
                <a:gd name="T22" fmla="*/ T21 w 3578"/>
                <a:gd name="T23" fmla="*/ 2383 h 2980"/>
                <a:gd name="T24" fmla="+- 0 9566 6586"/>
                <a:gd name="T25" fmla="*/ T24 w 3578"/>
                <a:gd name="T26" fmla="*/ 2980 h 2980"/>
                <a:gd name="T27" fmla="+- 0 10163 6586"/>
                <a:gd name="T28" fmla="*/ T27 w 3578"/>
                <a:gd name="T29" fmla="*/ 2383 h 2980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  <a:cxn ang="0">
                  <a:pos x="T13" y="T14"/>
                </a:cxn>
                <a:cxn ang="0">
                  <a:pos x="T16" y="T17"/>
                </a:cxn>
                <a:cxn ang="0">
                  <a:pos x="T19" y="T20"/>
                </a:cxn>
                <a:cxn ang="0">
                  <a:pos x="T22" y="T23"/>
                </a:cxn>
                <a:cxn ang="0">
                  <a:pos x="T25" y="T26"/>
                </a:cxn>
                <a:cxn ang="0">
                  <a:pos x="T28" y="T29"/>
                </a:cxn>
              </a:cxnLst>
              <a:rect l="0" t="0" r="r" b="b"/>
              <a:pathLst>
                <a:path w="3578" h="2980">
                  <a:moveTo>
                    <a:pt x="1786" y="591"/>
                  </a:moveTo>
                  <a:lnTo>
                    <a:pt x="1194" y="0"/>
                  </a:lnTo>
                  <a:lnTo>
                    <a:pt x="0" y="0"/>
                  </a:lnTo>
                  <a:lnTo>
                    <a:pt x="1188" y="1188"/>
                  </a:lnTo>
                  <a:lnTo>
                    <a:pt x="1786" y="591"/>
                  </a:lnTo>
                  <a:moveTo>
                    <a:pt x="3577" y="2383"/>
                  </a:moveTo>
                  <a:lnTo>
                    <a:pt x="2980" y="1786"/>
                  </a:lnTo>
                  <a:lnTo>
                    <a:pt x="2383" y="2383"/>
                  </a:lnTo>
                  <a:lnTo>
                    <a:pt x="2980" y="2980"/>
                  </a:lnTo>
                  <a:lnTo>
                    <a:pt x="3577" y="2383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3" name="Freeform 7">
              <a:extLst>
                <a:ext uri="{FF2B5EF4-FFF2-40B4-BE49-F238E27FC236}">
                  <a16:creationId xmlns:a16="http://schemas.microsoft.com/office/drawing/2014/main" id="{17C00E6B-F625-6D6C-8364-9DD9F3C3628F}"/>
                </a:ext>
              </a:extLst>
            </p:cNvPr>
            <p:cNvSpPr>
              <a:spLocks/>
            </p:cNvSpPr>
            <p:nvPr/>
          </p:nvSpPr>
          <p:spPr bwMode="auto">
            <a:xfrm>
              <a:off x="6341233" y="1463970"/>
              <a:ext cx="2208196" cy="2208277"/>
            </a:xfrm>
            <a:custGeom>
              <a:avLst/>
              <a:gdLst>
                <a:gd name="T0" fmla="+- 0 7774 7177"/>
                <a:gd name="T1" fmla="*/ T0 w 1792"/>
                <a:gd name="T2" fmla="+- 0 1188 1188"/>
                <a:gd name="T3" fmla="*/ 1188 h 1792"/>
                <a:gd name="T4" fmla="+- 0 7177 7177"/>
                <a:gd name="T5" fmla="*/ T4 w 1792"/>
                <a:gd name="T6" fmla="+- 0 1786 1188"/>
                <a:gd name="T7" fmla="*/ 1786 h 1792"/>
                <a:gd name="T8" fmla="+- 0 8372 7177"/>
                <a:gd name="T9" fmla="*/ T8 w 1792"/>
                <a:gd name="T10" fmla="+- 0 2980 1188"/>
                <a:gd name="T11" fmla="*/ 2980 h 1792"/>
                <a:gd name="T12" fmla="+- 0 8969 7177"/>
                <a:gd name="T13" fmla="*/ T12 w 1792"/>
                <a:gd name="T14" fmla="+- 0 2383 1188"/>
                <a:gd name="T15" fmla="*/ 2383 h 1792"/>
                <a:gd name="T16" fmla="+- 0 7774 7177"/>
                <a:gd name="T17" fmla="*/ T16 w 1792"/>
                <a:gd name="T18" fmla="+- 0 1188 1188"/>
                <a:gd name="T19" fmla="*/ 1188 h 1792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792" h="1792">
                  <a:moveTo>
                    <a:pt x="597" y="0"/>
                  </a:moveTo>
                  <a:lnTo>
                    <a:pt x="0" y="598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7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4" name="Freeform 8">
              <a:extLst>
                <a:ext uri="{FF2B5EF4-FFF2-40B4-BE49-F238E27FC236}">
                  <a16:creationId xmlns:a16="http://schemas.microsoft.com/office/drawing/2014/main" id="{C6197B87-4F65-7981-9463-84830CD3687F}"/>
                </a:ext>
              </a:extLst>
            </p:cNvPr>
            <p:cNvSpPr>
              <a:spLocks/>
            </p:cNvSpPr>
            <p:nvPr/>
          </p:nvSpPr>
          <p:spPr bwMode="auto">
            <a:xfrm>
              <a:off x="8555590" y="1"/>
              <a:ext cx="1457754" cy="729520"/>
            </a:xfrm>
            <a:custGeom>
              <a:avLst/>
              <a:gdLst>
                <a:gd name="T0" fmla="+- 0 10158 8975"/>
                <a:gd name="T1" fmla="*/ T0 w 1183"/>
                <a:gd name="T2" fmla="*/ 0 h 592"/>
                <a:gd name="T3" fmla="+- 0 8975 8975"/>
                <a:gd name="T4" fmla="*/ T3 w 1183"/>
                <a:gd name="T5" fmla="*/ 0 h 592"/>
                <a:gd name="T6" fmla="+- 0 9566 8975"/>
                <a:gd name="T7" fmla="*/ T6 w 1183"/>
                <a:gd name="T8" fmla="*/ 591 h 592"/>
                <a:gd name="T9" fmla="+- 0 10158 8975"/>
                <a:gd name="T10" fmla="*/ T9 w 1183"/>
                <a:gd name="T11" fmla="*/ 0 h 592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</a:cxnLst>
              <a:rect l="0" t="0" r="r" b="b"/>
              <a:pathLst>
                <a:path w="1183" h="592">
                  <a:moveTo>
                    <a:pt x="1183" y="0"/>
                  </a:moveTo>
                  <a:lnTo>
                    <a:pt x="0" y="0"/>
                  </a:lnTo>
                  <a:lnTo>
                    <a:pt x="591" y="591"/>
                  </a:lnTo>
                  <a:lnTo>
                    <a:pt x="1183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8" name="Freeform 9">
              <a:extLst>
                <a:ext uri="{FF2B5EF4-FFF2-40B4-BE49-F238E27FC236}">
                  <a16:creationId xmlns:a16="http://schemas.microsoft.com/office/drawing/2014/main" id="{86AA517C-7217-D864-B7E7-40984A2880DB}"/>
                </a:ext>
              </a:extLst>
            </p:cNvPr>
            <p:cNvSpPr>
              <a:spLocks/>
            </p:cNvSpPr>
            <p:nvPr/>
          </p:nvSpPr>
          <p:spPr bwMode="auto">
            <a:xfrm>
              <a:off x="7076887" y="728289"/>
              <a:ext cx="2208196" cy="2208277"/>
            </a:xfrm>
            <a:custGeom>
              <a:avLst/>
              <a:gdLst>
                <a:gd name="T0" fmla="+- 0 8372 7774"/>
                <a:gd name="T1" fmla="*/ T0 w 1792"/>
                <a:gd name="T2" fmla="+- 0 591 591"/>
                <a:gd name="T3" fmla="*/ 591 h 1792"/>
                <a:gd name="T4" fmla="+- 0 7774 7774"/>
                <a:gd name="T5" fmla="*/ T4 w 1792"/>
                <a:gd name="T6" fmla="+- 0 1188 591"/>
                <a:gd name="T7" fmla="*/ 1188 h 1792"/>
                <a:gd name="T8" fmla="+- 0 8969 7774"/>
                <a:gd name="T9" fmla="*/ T8 w 1792"/>
                <a:gd name="T10" fmla="+- 0 2383 591"/>
                <a:gd name="T11" fmla="*/ 2383 h 1792"/>
                <a:gd name="T12" fmla="+- 0 9566 7774"/>
                <a:gd name="T13" fmla="*/ T12 w 1792"/>
                <a:gd name="T14" fmla="+- 0 1786 591"/>
                <a:gd name="T15" fmla="*/ 1786 h 1792"/>
                <a:gd name="T16" fmla="+- 0 8372 7774"/>
                <a:gd name="T17" fmla="*/ T16 w 1792"/>
                <a:gd name="T18" fmla="+- 0 591 591"/>
                <a:gd name="T19" fmla="*/ 591 h 1792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792" h="1792">
                  <a:moveTo>
                    <a:pt x="598" y="0"/>
                  </a:moveTo>
                  <a:lnTo>
                    <a:pt x="0" y="597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8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9" name="Freeform 10">
              <a:extLst>
                <a:ext uri="{FF2B5EF4-FFF2-40B4-BE49-F238E27FC236}">
                  <a16:creationId xmlns:a16="http://schemas.microsoft.com/office/drawing/2014/main" id="{524013C6-491C-CAA2-5BD6-7C73596711CC}"/>
                </a:ext>
              </a:extLst>
            </p:cNvPr>
            <p:cNvSpPr>
              <a:spLocks/>
            </p:cNvSpPr>
            <p:nvPr/>
          </p:nvSpPr>
          <p:spPr bwMode="auto">
            <a:xfrm>
              <a:off x="9285083" y="728289"/>
              <a:ext cx="2943850" cy="2943958"/>
            </a:xfrm>
            <a:custGeom>
              <a:avLst/>
              <a:gdLst>
                <a:gd name="T0" fmla="+- 0 11955 9566"/>
                <a:gd name="T1" fmla="*/ T0 w 2389"/>
                <a:gd name="T2" fmla="+- 0 1786 591"/>
                <a:gd name="T3" fmla="*/ 1786 h 2389"/>
                <a:gd name="T4" fmla="+- 0 10760 9566"/>
                <a:gd name="T5" fmla="*/ T4 w 2389"/>
                <a:gd name="T6" fmla="+- 0 591 591"/>
                <a:gd name="T7" fmla="*/ 591 h 2389"/>
                <a:gd name="T8" fmla="+- 0 9566 9566"/>
                <a:gd name="T9" fmla="*/ T8 w 2389"/>
                <a:gd name="T10" fmla="+- 0 1786 591"/>
                <a:gd name="T11" fmla="*/ 1786 h 2389"/>
                <a:gd name="T12" fmla="+- 0 10760 9566"/>
                <a:gd name="T13" fmla="*/ T12 w 2389"/>
                <a:gd name="T14" fmla="+- 0 2980 591"/>
                <a:gd name="T15" fmla="*/ 2980 h 2389"/>
                <a:gd name="T16" fmla="+- 0 11955 9566"/>
                <a:gd name="T17" fmla="*/ T16 w 2389"/>
                <a:gd name="T18" fmla="+- 0 1786 591"/>
                <a:gd name="T19" fmla="*/ 1786 h 2389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2389" h="2389">
                  <a:moveTo>
                    <a:pt x="2389" y="1195"/>
                  </a:moveTo>
                  <a:lnTo>
                    <a:pt x="1194" y="0"/>
                  </a:lnTo>
                  <a:lnTo>
                    <a:pt x="0" y="1195"/>
                  </a:lnTo>
                  <a:lnTo>
                    <a:pt x="1194" y="2389"/>
                  </a:lnTo>
                  <a:lnTo>
                    <a:pt x="2389" y="1195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16" name="Title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18885" y="3499667"/>
            <a:ext cx="4939666" cy="2542810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347460" y="631317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Content Placeholder 5">
            <a:extLst>
              <a:ext uri="{FF2B5EF4-FFF2-40B4-BE49-F238E27FC236}">
                <a16:creationId xmlns:a16="http://schemas.microsoft.com/office/drawing/2014/main" id="{8007FA9C-C4D5-89EC-C457-5F329A338E1E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03885" y="457201"/>
            <a:ext cx="5198269" cy="2305050"/>
          </a:xfrm>
        </p:spPr>
        <p:txBody>
          <a:bodyPr lIns="0" tIns="274320">
            <a:normAutofit/>
          </a:bodyPr>
          <a:lstStyle>
            <a:lvl1pPr marL="457200" indent="-457200">
              <a:spcBef>
                <a:spcPts val="1800"/>
              </a:spcBef>
              <a:buFont typeface="+mj-lt"/>
              <a:buAutoNum type="arabicPeriod"/>
              <a:defRPr sz="2000"/>
            </a:lvl1pPr>
            <a:lvl2pPr marL="914400" indent="-457200">
              <a:spcBef>
                <a:spcPts val="1800"/>
              </a:spcBef>
              <a:buFont typeface="+mj-lt"/>
              <a:buAutoNum type="alphaLcPeriod"/>
              <a:defRPr sz="2000"/>
            </a:lvl2pPr>
            <a:lvl3pPr marL="1371600" indent="-457200">
              <a:spcBef>
                <a:spcPts val="1800"/>
              </a:spcBef>
              <a:buFont typeface="+mj-lt"/>
              <a:buAutoNum type="arabicParenR"/>
              <a:defRPr sz="2000"/>
            </a:lvl3pPr>
            <a:lvl4pPr marL="1371600" indent="0">
              <a:spcBef>
                <a:spcPts val="1800"/>
              </a:spcBef>
              <a:buFont typeface="+mj-lt"/>
              <a:buNone/>
              <a:defRPr sz="2000"/>
            </a:lvl4pPr>
            <a:lvl5pPr marL="2286000" indent="-457200">
              <a:spcBef>
                <a:spcPts val="1800"/>
              </a:spcBef>
              <a:buFont typeface="+mj-lt"/>
              <a:buAutoNum type="arabicPeriod"/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endParaRPr lang="en-US" dirty="0"/>
          </a:p>
        </p:txBody>
      </p:sp>
      <p:sp>
        <p:nvSpPr>
          <p:cNvPr id="2" name="Content Placeholder 5">
            <a:extLst>
              <a:ext uri="{FF2B5EF4-FFF2-40B4-BE49-F238E27FC236}">
                <a16:creationId xmlns:a16="http://schemas.microsoft.com/office/drawing/2014/main" id="{3AC171DA-232D-44C1-6B93-40BACB298F4B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594360" y="2810595"/>
            <a:ext cx="5198269" cy="3319513"/>
          </a:xfrm>
        </p:spPr>
        <p:txBody>
          <a:bodyPr lIns="0" tIns="45720" rIns="0" bIns="0">
            <a:normAutofit/>
          </a:bodyPr>
          <a:lstStyle>
            <a:lvl1pPr marL="0" indent="0">
              <a:spcBef>
                <a:spcPts val="1800"/>
              </a:spcBef>
              <a:buFont typeface="Arial" panose="020B0604020202020204" pitchFamily="34" charset="0"/>
              <a:buNone/>
              <a:defRPr sz="2000"/>
            </a:lvl1pPr>
            <a:lvl2pPr marL="283464" indent="-283464">
              <a:spcBef>
                <a:spcPts val="1800"/>
              </a:spcBef>
              <a:defRPr sz="2000"/>
            </a:lvl2pPr>
            <a:lvl3pPr marL="548640" indent="-283464">
              <a:spcBef>
                <a:spcPts val="1800"/>
              </a:spcBef>
              <a:defRPr sz="2000"/>
            </a:lvl3pPr>
            <a:lvl4pPr marL="822960" indent="-283464">
              <a:spcBef>
                <a:spcPts val="1800"/>
              </a:spcBef>
              <a:defRPr sz="2000"/>
            </a:lvl4pPr>
            <a:lvl5pPr marL="1005840" indent="-283464"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>
              <a:latin typeface="+mn-lt"/>
            </a:endParaRP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55460680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Content and Pictur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5310" y="278129"/>
            <a:ext cx="5063490" cy="2354026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sp>
        <p:nvSpPr>
          <p:cNvPr id="3" name="Content Placeholder 5">
            <a:extLst>
              <a:ext uri="{FF2B5EF4-FFF2-40B4-BE49-F238E27FC236}">
                <a16:creationId xmlns:a16="http://schemas.microsoft.com/office/drawing/2014/main" id="{1EF4505D-6803-3813-7738-049963427819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594360" y="3279579"/>
            <a:ext cx="5044440" cy="2994415"/>
          </a:xfrm>
        </p:spPr>
        <p:txBody>
          <a:bodyPr lIns="0" tIns="228600" rIns="0" bIns="0">
            <a:normAutofit/>
          </a:bodyPr>
          <a:lstStyle>
            <a:lvl1pPr marL="0" indent="0">
              <a:spcBef>
                <a:spcPts val="1800"/>
              </a:spcBef>
              <a:buFont typeface="Arial" panose="020B0604020202020204" pitchFamily="34" charset="0"/>
              <a:buNone/>
              <a:defRPr sz="2000"/>
            </a:lvl1pPr>
            <a:lvl2pPr indent="-283464">
              <a:spcBef>
                <a:spcPts val="1800"/>
              </a:spcBef>
              <a:defRPr sz="2000"/>
            </a:lvl2pPr>
            <a:lvl3pPr indent="-283464">
              <a:spcBef>
                <a:spcPts val="1800"/>
              </a:spcBef>
              <a:defRPr sz="2000"/>
            </a:lvl3pPr>
            <a:lvl4pPr indent="-283464">
              <a:spcBef>
                <a:spcPts val="1800"/>
              </a:spcBef>
              <a:defRPr sz="2000"/>
            </a:lvl4pPr>
            <a:lvl5pPr indent="-283464"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997459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4658637A-5D36-6127-19BC-C203E23FA49F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096000" y="0"/>
            <a:ext cx="6118225" cy="6858000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>
              <a:latin typeface="+mn-lt"/>
            </a:endParaRP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42931976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Content and Tabl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CF555767-B3D8-BD57-1D42-7F6E1E6689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9" name="Freeform 13">
              <a:extLst>
                <a:ext uri="{FF2B5EF4-FFF2-40B4-BE49-F238E27FC236}">
                  <a16:creationId xmlns:a16="http://schemas.microsoft.com/office/drawing/2014/main" id="{BC972B6D-098C-52F6-E990-52623B368FB1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5" name="Freeform 14">
              <a:extLst>
                <a:ext uri="{FF2B5EF4-FFF2-40B4-BE49-F238E27FC236}">
                  <a16:creationId xmlns:a16="http://schemas.microsoft.com/office/drawing/2014/main" id="{3F0D3EE3-9A8C-531D-1EEE-1AFAB9F3BCAE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7" name="Freeform 15">
              <a:extLst>
                <a:ext uri="{FF2B5EF4-FFF2-40B4-BE49-F238E27FC236}">
                  <a16:creationId xmlns:a16="http://schemas.microsoft.com/office/drawing/2014/main" id="{A2BE192C-1768-890B-EC1B-5ED6E1F82590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16" name="Title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61409" y="4661717"/>
            <a:ext cx="7936230" cy="1380760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3670935" y="631317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Content Placeholder 5">
            <a:extLst>
              <a:ext uri="{FF2B5EF4-FFF2-40B4-BE49-F238E27FC236}">
                <a16:creationId xmlns:a16="http://schemas.microsoft.com/office/drawing/2014/main" id="{8007FA9C-C4D5-89EC-C457-5F329A338E1E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03885" y="584005"/>
            <a:ext cx="2825115" cy="3999060"/>
          </a:xfrm>
        </p:spPr>
        <p:txBody>
          <a:bodyPr lIns="0" tIns="274320">
            <a:normAutofit/>
          </a:bodyPr>
          <a:lstStyle>
            <a:lvl1pPr marL="0" indent="0">
              <a:spcBef>
                <a:spcPts val="1800"/>
              </a:spcBef>
              <a:buFont typeface="Arial" panose="020B0604020202020204" pitchFamily="34" charset="0"/>
              <a:buNone/>
              <a:defRPr sz="2000"/>
            </a:lvl1pPr>
            <a:lvl2pPr marL="457200" indent="0">
              <a:spcBef>
                <a:spcPts val="1800"/>
              </a:spcBef>
              <a:buNone/>
              <a:defRPr sz="2000"/>
            </a:lvl2pPr>
            <a:lvl3pPr marL="914400" indent="0">
              <a:spcBef>
                <a:spcPts val="1800"/>
              </a:spcBef>
              <a:buNone/>
              <a:defRPr sz="2000"/>
            </a:lvl3pPr>
            <a:lvl4pPr marL="1371600" indent="0">
              <a:spcBef>
                <a:spcPts val="1800"/>
              </a:spcBef>
              <a:buNone/>
              <a:defRPr sz="2000"/>
            </a:lvl4pPr>
            <a:lvl5pPr marL="1828800" indent="0">
              <a:spcBef>
                <a:spcPts val="1800"/>
              </a:spcBef>
              <a:buNone/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BCAAA28-C292-C527-AD35-90836B8BB97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670934" y="584005"/>
            <a:ext cx="7926705" cy="3999060"/>
          </a:xfrm>
        </p:spPr>
        <p:txBody>
          <a:bodyPr lIns="0">
            <a:normAutofit/>
          </a:bodyPr>
          <a:lstStyle>
            <a:lvl1pPr marL="0" indent="0">
              <a:spcBef>
                <a:spcPts val="1800"/>
              </a:spcBef>
              <a:buNone/>
              <a:defRPr sz="2000"/>
            </a:lvl1pPr>
            <a:lvl2pPr>
              <a:spcBef>
                <a:spcPts val="600"/>
              </a:spcBef>
              <a:defRPr sz="2000"/>
            </a:lvl2pPr>
            <a:lvl3pPr>
              <a:spcBef>
                <a:spcPts val="1800"/>
              </a:spcBef>
              <a:defRPr sz="2000"/>
            </a:lvl3pPr>
            <a:lvl4pPr>
              <a:spcBef>
                <a:spcPts val="1800"/>
              </a:spcBef>
              <a:defRPr sz="2000"/>
            </a:lvl4pPr>
            <a:lvl5pPr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>
              <a:latin typeface="+mn-lt"/>
            </a:endParaRP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24432911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wo Conten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C97D5AF2-684A-4A8D-3D82-B57D7AC446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 rot="10800000">
            <a:off x="8870040" y="0"/>
            <a:ext cx="3325208" cy="3325208"/>
            <a:chOff x="0" y="12289"/>
            <a:chExt cx="3550" cy="3551"/>
          </a:xfrm>
        </p:grpSpPr>
        <p:sp>
          <p:nvSpPr>
            <p:cNvPr id="12" name="Freeform 4">
              <a:extLst>
                <a:ext uri="{FF2B5EF4-FFF2-40B4-BE49-F238E27FC236}">
                  <a16:creationId xmlns:a16="http://schemas.microsoft.com/office/drawing/2014/main" id="{8CF5F650-F8F0-F4FE-44DA-1F14ADE428B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3" name="Freeform 5">
              <a:extLst>
                <a:ext uri="{FF2B5EF4-FFF2-40B4-BE49-F238E27FC236}">
                  <a16:creationId xmlns:a16="http://schemas.microsoft.com/office/drawing/2014/main" id="{18870924-E47D-404F-59B5-BD1C58F7B04C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4" name="Freeform 7">
              <a:extLst>
                <a:ext uri="{FF2B5EF4-FFF2-40B4-BE49-F238E27FC236}">
                  <a16:creationId xmlns:a16="http://schemas.microsoft.com/office/drawing/2014/main" id="{80806A65-E4FC-2F52-65B3-CC181E620C29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16" name="Title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360" y="198408"/>
            <a:ext cx="10972800" cy="1574317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14884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BCAAA28-C292-C527-AD35-90836B8BB97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95523" y="2676525"/>
            <a:ext cx="5746750" cy="3597470"/>
          </a:xfrm>
        </p:spPr>
        <p:txBody>
          <a:bodyPr lIns="0">
            <a:normAutofit/>
          </a:bodyPr>
          <a:lstStyle>
            <a:lvl1pPr marL="0" indent="0">
              <a:spcBef>
                <a:spcPts val="1800"/>
              </a:spcBef>
              <a:buNone/>
              <a:defRPr sz="2000"/>
            </a:lvl1pPr>
            <a:lvl2pPr>
              <a:spcBef>
                <a:spcPts val="600"/>
              </a:spcBef>
              <a:defRPr sz="2000"/>
            </a:lvl2pPr>
            <a:lvl3pPr>
              <a:spcBef>
                <a:spcPts val="1800"/>
              </a:spcBef>
              <a:defRPr sz="2000"/>
            </a:lvl3pPr>
            <a:lvl4pPr>
              <a:spcBef>
                <a:spcPts val="1800"/>
              </a:spcBef>
              <a:defRPr sz="2000"/>
            </a:lvl4pPr>
            <a:lvl5pPr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Content Placeholder 5">
            <a:extLst>
              <a:ext uri="{FF2B5EF4-FFF2-40B4-BE49-F238E27FC236}">
                <a16:creationId xmlns:a16="http://schemas.microsoft.com/office/drawing/2014/main" id="{8007FA9C-C4D5-89EC-C457-5F329A338E1E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7620000" y="2676525"/>
            <a:ext cx="3947160" cy="3597470"/>
          </a:xfrm>
        </p:spPr>
        <p:txBody>
          <a:bodyPr lIns="0">
            <a:normAutofit/>
          </a:bodyPr>
          <a:lstStyle>
            <a:lvl1pPr marL="342900" indent="-342900">
              <a:spcBef>
                <a:spcPts val="1800"/>
              </a:spcBef>
              <a:buFont typeface="Arial" panose="020B0604020202020204" pitchFamily="34" charset="0"/>
              <a:buChar char="•"/>
              <a:defRPr sz="2000"/>
            </a:lvl1pPr>
            <a:lvl2pPr>
              <a:spcBef>
                <a:spcPts val="1800"/>
              </a:spcBef>
              <a:defRPr sz="2000"/>
            </a:lvl2pPr>
            <a:lvl3pPr>
              <a:spcBef>
                <a:spcPts val="1800"/>
              </a:spcBef>
              <a:defRPr sz="2000"/>
            </a:lvl3pPr>
            <a:lvl4pPr>
              <a:spcBef>
                <a:spcPts val="1800"/>
              </a:spcBef>
              <a:defRPr sz="2000"/>
            </a:lvl4pPr>
            <a:lvl5pPr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endParaRPr lang="en-US" dirty="0">
              <a:latin typeface="+mn-lt"/>
            </a:endParaRP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64974471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360" y="202400"/>
            <a:ext cx="10972800" cy="1570325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sp>
        <p:nvSpPr>
          <p:cNvPr id="9" name="Table Placeholder 2">
            <a:extLst>
              <a:ext uri="{FF2B5EF4-FFF2-40B4-BE49-F238E27FC236}">
                <a16:creationId xmlns:a16="http://schemas.microsoft.com/office/drawing/2014/main" id="{1506B022-475A-6647-98FF-D5C319A0C7C4}"/>
              </a:ext>
            </a:extLst>
          </p:cNvPr>
          <p:cNvSpPr>
            <a:spLocks noGrp="1"/>
          </p:cNvSpPr>
          <p:nvPr>
            <p:ph type="tbl" sz="quarter" idx="10"/>
          </p:nvPr>
        </p:nvSpPr>
        <p:spPr>
          <a:xfrm>
            <a:off x="594360" y="2628629"/>
            <a:ext cx="10972800" cy="3636740"/>
          </a:xfrm>
        </p:spPr>
        <p:txBody>
          <a:bodyPr>
            <a:noAutofit/>
          </a:bodyPr>
          <a:lstStyle>
            <a:lvl1pPr>
              <a:defRPr/>
            </a:lvl1pPr>
          </a:lstStyle>
          <a:p>
            <a:r>
              <a:rPr lang="en-US" dirty="0"/>
              <a:t>Click icon to add table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>
              <a:latin typeface="+mn-lt"/>
            </a:endParaRP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endParaRPr lang="en-US" dirty="0">
              <a:latin typeface="+mn-lt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14884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041095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3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B6987D-0137-DE42-B76B-FF621E808D9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94360" y="411479"/>
            <a:ext cx="5486400" cy="3291840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algn="l">
              <a:lnSpc>
                <a:spcPct val="80000"/>
              </a:lnSpc>
              <a:defRPr sz="6000" b="1" i="0" spc="10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C26C18C3-ED25-DD4B-BA72-24932D54DE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 flipH="1" flipV="1">
            <a:off x="6092752" y="0"/>
            <a:ext cx="6099248" cy="6099248"/>
            <a:chOff x="0" y="12289"/>
            <a:chExt cx="3550" cy="3551"/>
          </a:xfrm>
        </p:grpSpPr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C07CC263-2515-F147-8CC5-F8E9FF9FA8E4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43B40037-7481-524B-8685-404D965690F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7B759713-8408-EE47-9394-3DA6F5E4B624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18" name="Text Placeholder 29">
            <a:extLst>
              <a:ext uri="{FF2B5EF4-FFF2-40B4-BE49-F238E27FC236}">
                <a16:creationId xmlns:a16="http://schemas.microsoft.com/office/drawing/2014/main" id="{276A9CD7-E675-3048-86D3-3546A2F6B45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94360" y="4549552"/>
            <a:ext cx="5486400" cy="1645920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2400" b="1" i="0">
                <a:solidFill>
                  <a:schemeClr val="tx2">
                    <a:lumMod val="75000"/>
                  </a:schemeClr>
                </a:solidFill>
                <a:latin typeface="+mn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58B149C6-5AAC-B8E5-5411-EA38821F67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3950208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692738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EED84C6-50E6-6C43-8031-AFF6268E0C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94360" y="1825625"/>
            <a:ext cx="1038225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Title Placeholder 11">
            <a:extLst>
              <a:ext uri="{FF2B5EF4-FFF2-40B4-BE49-F238E27FC236}">
                <a16:creationId xmlns:a16="http://schemas.microsoft.com/office/drawing/2014/main" id="{D41FC0AE-253D-D242-9C88-017078F8A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365125"/>
            <a:ext cx="104013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0" name="Date Placeholder 3">
            <a:extLst>
              <a:ext uri="{FF2B5EF4-FFF2-40B4-BE49-F238E27FC236}">
                <a16:creationId xmlns:a16="http://schemas.microsoft.com/office/drawing/2014/main" id="{EF47083A-6D76-4B4D-87CA-E08E212F781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133648" y="6332220"/>
            <a:ext cx="1313180" cy="247651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sz="1100" b="0" i="0">
                <a:solidFill>
                  <a:schemeClr val="bg1"/>
                </a:solidFill>
                <a:latin typeface="+mn-lt"/>
              </a:defRPr>
            </a:lvl1pPr>
          </a:lstStyle>
          <a:p>
            <a:endParaRPr lang="en-US" dirty="0">
              <a:latin typeface="+mn-lt"/>
            </a:endParaRPr>
          </a:p>
        </p:txBody>
      </p:sp>
      <p:sp>
        <p:nvSpPr>
          <p:cNvPr id="32" name="Slide Number Placeholder 5">
            <a:extLst>
              <a:ext uri="{FF2B5EF4-FFF2-40B4-BE49-F238E27FC236}">
                <a16:creationId xmlns:a16="http://schemas.microsoft.com/office/drawing/2014/main" id="{C8ADA0DF-3751-9A48-8A21-59F01C782D7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94360" y="6332220"/>
            <a:ext cx="523240" cy="247651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sz="1100" b="1" i="0">
                <a:solidFill>
                  <a:schemeClr val="bg1"/>
                </a:solidFill>
                <a:latin typeface="+mn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1589224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11" r:id="rId1"/>
    <p:sldLayoutId id="2147483698" r:id="rId2"/>
    <p:sldLayoutId id="2147483710" r:id="rId3"/>
    <p:sldLayoutId id="2147483700" r:id="rId4"/>
    <p:sldLayoutId id="2147483701" r:id="rId5"/>
    <p:sldLayoutId id="2147483659" r:id="rId6"/>
    <p:sldLayoutId id="2147483709" r:id="rId7"/>
    <p:sldLayoutId id="2147483708" r:id="rId8"/>
    <p:sldLayoutId id="2147483707" r:id="rId9"/>
    <p:sldLayoutId id="2147483706" r:id="rId10"/>
    <p:sldLayoutId id="2147483705" r:id="rId11"/>
    <p:sldLayoutId id="2147483704" r:id="rId12"/>
    <p:sldLayoutId id="2147483703" r:id="rId13"/>
  </p:sldLayoutIdLst>
  <p:hf sldNum="0" hdr="0" ftr="0" dt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4400" b="1" i="0" kern="1200" spc="100" baseline="0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28600" indent="-283464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b="0" i="0" kern="1200">
          <a:solidFill>
            <a:schemeClr val="bg1"/>
          </a:solidFill>
          <a:latin typeface="+mn-lt"/>
          <a:ea typeface="+mn-ea"/>
          <a:cs typeface="+mn-cs"/>
        </a:defRPr>
      </a:lvl1pPr>
      <a:lvl2pPr marL="685800" indent="-283464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b="0" i="0" kern="1200">
          <a:solidFill>
            <a:schemeClr val="bg1"/>
          </a:solidFill>
          <a:latin typeface="+mn-lt"/>
          <a:ea typeface="+mn-ea"/>
          <a:cs typeface="+mn-cs"/>
        </a:defRPr>
      </a:lvl2pPr>
      <a:lvl3pPr marL="1143000" indent="-283464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b="0" i="0" kern="1200">
          <a:solidFill>
            <a:schemeClr val="bg1"/>
          </a:solidFill>
          <a:latin typeface="+mn-lt"/>
          <a:ea typeface="+mn-ea"/>
          <a:cs typeface="+mn-cs"/>
        </a:defRPr>
      </a:lvl3pPr>
      <a:lvl4pPr marL="1600200" indent="-283464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bg1"/>
          </a:solidFill>
          <a:latin typeface="+mn-lt"/>
          <a:ea typeface="+mn-ea"/>
          <a:cs typeface="+mn-cs"/>
        </a:defRPr>
      </a:lvl4pPr>
      <a:lvl5pPr marL="2057400" indent="-283464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bg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  <p15:guide id="3" pos="240">
          <p15:clr>
            <a:srgbClr val="547EBF"/>
          </p15:clr>
        </p15:guide>
        <p15:guide id="4" orient="horz" pos="240">
          <p15:clr>
            <a:srgbClr val="547EBF"/>
          </p15:clr>
        </p15:guide>
        <p15:guide id="5" pos="7440">
          <p15:clr>
            <a:srgbClr val="547EBF"/>
          </p15:clr>
        </p15:guide>
        <p15:guide id="6" orient="horz" pos="4080">
          <p15:clr>
            <a:srgbClr val="547EBF"/>
          </p15:clr>
        </p15:guide>
        <p15:guide id="7" pos="600" userDrawn="1">
          <p15:clr>
            <a:srgbClr val="547EBF"/>
          </p15:clr>
        </p15:guide>
        <p15:guide id="8" pos="3720">
          <p15:clr>
            <a:srgbClr val="547EBF"/>
          </p15:clr>
        </p15:guide>
        <p15:guide id="9" pos="2112">
          <p15:clr>
            <a:srgbClr val="547EBF"/>
          </p15:clr>
        </p15:guide>
        <p15:guide id="10" pos="1848">
          <p15:clr>
            <a:srgbClr val="547EBF"/>
          </p15:clr>
        </p15:guide>
        <p15:guide id="11" pos="5568">
          <p15:clr>
            <a:srgbClr val="547EBF"/>
          </p15:clr>
        </p15:guide>
        <p15:guide id="12" pos="5832">
          <p15:clr>
            <a:srgbClr val="547EBF"/>
          </p15:clr>
        </p15:guide>
        <p15:guide id="13" pos="4968">
          <p15:clr>
            <a:srgbClr val="9FCC3B"/>
          </p15:clr>
        </p15:guide>
        <p15:guide id="14" pos="5208">
          <p15:clr>
            <a:srgbClr val="9FCC3B"/>
          </p15:clr>
        </p15:guide>
        <p15:guide id="15" pos="2712">
          <p15:clr>
            <a:srgbClr val="9FCC3B"/>
          </p15:clr>
        </p15:guide>
        <p15:guide id="16" pos="2472">
          <p15:clr>
            <a:srgbClr val="9FCC3B"/>
          </p15:clr>
        </p15:guide>
        <p15:guide id="17" pos="39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://datahttps/www.commerce.gov.in/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0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1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ommerce.gov.in/" TargetMode="Externa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F43A1E-927E-DB08-B5D0-5821DF8F89D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12269" y="1117431"/>
            <a:ext cx="9118816" cy="1645920"/>
          </a:xfrm>
        </p:spPr>
        <p:txBody>
          <a:bodyPr/>
          <a:lstStyle/>
          <a:p>
            <a:r>
              <a:rPr lang="en-US" dirty="0">
                <a:latin typeface="Calibri"/>
                <a:ea typeface="Calibri"/>
                <a:cs typeface="Calibri"/>
              </a:rPr>
              <a:t>Trade Statistics of India</a:t>
            </a:r>
            <a:endParaRPr lang="en-IN" dirty="0">
              <a:latin typeface="Calibri"/>
              <a:ea typeface="Calibri"/>
              <a:cs typeface="Calibri"/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6EA00C7-1814-F768-A6B4-AE1690AFC91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275672" y="4310219"/>
            <a:ext cx="5486400" cy="1990976"/>
          </a:xfrm>
        </p:spPr>
        <p:txBody>
          <a:bodyPr vert="horz" lIns="0" tIns="0" rIns="0" bIns="0" rtlCol="0" anchor="t">
            <a:noAutofit/>
          </a:bodyPr>
          <a:lstStyle/>
          <a:p>
            <a:pPr>
              <a:spcAft>
                <a:spcPts val="600"/>
              </a:spcAft>
            </a:pPr>
            <a:r>
              <a:rPr lang="en-US" dirty="0">
                <a:solidFill>
                  <a:schemeClr val="bg1"/>
                </a:solidFill>
              </a:rPr>
              <a:t>Team Members:</a:t>
            </a:r>
            <a:endParaRPr lang="en-US" sz="200" dirty="0">
              <a:solidFill>
                <a:schemeClr val="bg1"/>
              </a:solidFill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dirty="0">
                <a:solidFill>
                  <a:schemeClr val="bg1"/>
                </a:solidFill>
              </a:rPr>
              <a:t>Narendra Kumar (25CS60R18)</a:t>
            </a:r>
          </a:p>
          <a:p>
            <a:pPr marL="457200" indent="-457200">
              <a:buAutoNum type="arabicPeriod"/>
            </a:pPr>
            <a:r>
              <a:rPr lang="en-US" dirty="0" err="1">
                <a:solidFill>
                  <a:schemeClr val="bg1"/>
                </a:solidFill>
              </a:rPr>
              <a:t>Prithvirajsinh</a:t>
            </a:r>
            <a:r>
              <a:rPr lang="en-US" dirty="0">
                <a:solidFill>
                  <a:schemeClr val="bg1"/>
                </a:solidFill>
              </a:rPr>
              <a:t> G. Jadav (25CS60R62)</a:t>
            </a:r>
          </a:p>
          <a:p>
            <a:pPr marL="457200" indent="-457200">
              <a:buAutoNum type="arabicPeriod"/>
            </a:pPr>
            <a:r>
              <a:rPr lang="en-US" dirty="0">
                <a:solidFill>
                  <a:schemeClr val="bg1"/>
                </a:solidFill>
              </a:rPr>
              <a:t>Manav </a:t>
            </a:r>
            <a:r>
              <a:rPr lang="en-US" dirty="0" err="1">
                <a:solidFill>
                  <a:schemeClr val="bg1"/>
                </a:solidFill>
              </a:rPr>
              <a:t>Chaniyara</a:t>
            </a:r>
            <a:r>
              <a:rPr lang="en-US" dirty="0">
                <a:solidFill>
                  <a:schemeClr val="bg1"/>
                </a:solidFill>
              </a:rPr>
              <a:t> (25CS60R87)</a:t>
            </a:r>
          </a:p>
          <a:p>
            <a:pPr marL="457200" indent="-457200">
              <a:buFont typeface="+mj-lt"/>
              <a:buAutoNum type="arabicPeriod"/>
            </a:pP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9C166C6-C304-19D0-042E-8C5253F19C5E}"/>
              </a:ext>
            </a:extLst>
          </p:cNvPr>
          <p:cNvSpPr txBox="1"/>
          <p:nvPr/>
        </p:nvSpPr>
        <p:spPr>
          <a:xfrm>
            <a:off x="712269" y="1337192"/>
            <a:ext cx="9933272" cy="58477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3200" b="1" spc="100" dirty="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Novel Dataset Creation</a:t>
            </a:r>
            <a:endParaRPr lang="en-IN" sz="3200" b="1" spc="100" dirty="0">
              <a:solidFill>
                <a:schemeClr val="bg1"/>
              </a:solidFill>
              <a:latin typeface="Calibri"/>
              <a:ea typeface="Calibri"/>
              <a:cs typeface="Calibri"/>
            </a:endParaRPr>
          </a:p>
        </p:txBody>
      </p:sp>
      <p:pic>
        <p:nvPicPr>
          <p:cNvPr id="11" name="Picture Placeholder 10">
            <a:extLst>
              <a:ext uri="{FF2B5EF4-FFF2-40B4-BE49-F238E27FC236}">
                <a16:creationId xmlns:a16="http://schemas.microsoft.com/office/drawing/2014/main" id="{4A941CFD-6338-506B-FDB3-94D4799F382C}"/>
              </a:ext>
            </a:extLst>
          </p:cNvPr>
          <p:cNvPicPr>
            <a:picLocks noGrp="1" noChangeAspect="1"/>
          </p:cNvPicPr>
          <p:nvPr>
            <p:ph type="pic" sz="quarter" idx="12"/>
          </p:nvPr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-760" t="-7253" r="-527" b="-1"/>
          <a:stretch>
            <a:fillRect/>
          </a:stretch>
        </p:blipFill>
        <p:spPr>
          <a:xfrm>
            <a:off x="9830404" y="51282"/>
            <a:ext cx="2095126" cy="2218562"/>
          </a:xfrm>
        </p:spPr>
      </p:pic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D7084F8C-9C64-2B01-ACBE-C8A18714A57A}"/>
              </a:ext>
            </a:extLst>
          </p:cNvPr>
          <p:cNvCxnSpPr/>
          <p:nvPr/>
        </p:nvCxnSpPr>
        <p:spPr>
          <a:xfrm>
            <a:off x="442762" y="1049154"/>
            <a:ext cx="7613583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CFCE3E01-CB2A-401C-016B-463716B95E08}"/>
              </a:ext>
            </a:extLst>
          </p:cNvPr>
          <p:cNvSpPr txBox="1"/>
          <p:nvPr/>
        </p:nvSpPr>
        <p:spPr>
          <a:xfrm>
            <a:off x="336885" y="690105"/>
            <a:ext cx="289271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chemeClr val="bg1"/>
                </a:solidFill>
              </a:rPr>
              <a:t>Data Analytics(CS61061)</a:t>
            </a:r>
            <a:endParaRPr lang="en-IN" sz="2000" dirty="0">
              <a:solidFill>
                <a:schemeClr val="bg1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A4EC7A1-9BB3-0900-9E99-216301F81EDC}"/>
              </a:ext>
            </a:extLst>
          </p:cNvPr>
          <p:cNvSpPr txBox="1"/>
          <p:nvPr/>
        </p:nvSpPr>
        <p:spPr>
          <a:xfrm>
            <a:off x="6275672" y="3429000"/>
            <a:ext cx="214643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</a:rPr>
              <a:t>(Group 24)</a:t>
            </a:r>
          </a:p>
        </p:txBody>
      </p:sp>
    </p:spTree>
    <p:extLst>
      <p:ext uri="{BB962C8B-B14F-4D97-AF65-F5344CB8AC3E}">
        <p14:creationId xmlns:p14="http://schemas.microsoft.com/office/powerpoint/2010/main" val="4058756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E8811B-580A-81F5-D233-DACA214EF8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405232"/>
            <a:ext cx="6787747" cy="1593507"/>
          </a:xfrm>
        </p:spPr>
        <p:txBody>
          <a:bodyPr/>
          <a:lstStyle/>
          <a:p>
            <a:r>
              <a:rPr lang="en-IN" dirty="0">
                <a:latin typeface="Calibri"/>
                <a:ea typeface="Calibri"/>
                <a:cs typeface="Calibri"/>
              </a:rPr>
              <a:t>Problem Statement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C8805E-6635-43E4-60DD-4AD98191ED4B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94359" y="2281918"/>
            <a:ext cx="7377218" cy="3708517"/>
          </a:xfrm>
        </p:spPr>
        <p:txBody>
          <a:bodyPr vert="horz" lIns="0" tIns="228600" rIns="0" bIns="0" rtlCol="0" anchor="t">
            <a:noAutofit/>
          </a:bodyPr>
          <a:lstStyle/>
          <a:p>
            <a:pPr marL="283210" indent="-283210">
              <a:lnSpc>
                <a:spcPct val="100000"/>
              </a:lnSpc>
            </a:pPr>
            <a:r>
              <a:rPr lang="en-IN" b="0" dirty="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India’s  import and export data is available, but raw and scattered across web portals.</a:t>
            </a:r>
            <a:endParaRPr lang="en-IN" b="0">
              <a:solidFill>
                <a:schemeClr val="bg1"/>
              </a:solidFill>
              <a:latin typeface="Calibri"/>
              <a:ea typeface="Calibri"/>
              <a:cs typeface="Calibri"/>
            </a:endParaRPr>
          </a:p>
          <a:p>
            <a:pPr marL="283210" indent="-283210">
              <a:lnSpc>
                <a:spcPct val="100000"/>
              </a:lnSpc>
            </a:pPr>
            <a:r>
              <a:rPr lang="en-IN" b="0" dirty="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Difficult for entrepreneurs, policymakers, and analysts to directly use.</a:t>
            </a:r>
            <a:endParaRPr lang="en-IN" b="0">
              <a:solidFill>
                <a:schemeClr val="bg1"/>
              </a:solidFill>
              <a:latin typeface="Calibri"/>
              <a:ea typeface="Calibri"/>
              <a:cs typeface="Calibri"/>
            </a:endParaRPr>
          </a:p>
          <a:p>
            <a:pPr marL="283210" indent="-283210">
              <a:lnSpc>
                <a:spcPct val="100000"/>
              </a:lnSpc>
            </a:pPr>
            <a:r>
              <a:rPr lang="en-IN" b="0" dirty="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Lack of standardized dataset that contains the imported or exported commodity with the information such as </a:t>
            </a:r>
            <a:r>
              <a:rPr lang="en-IN" b="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from which country it is imported or where it is exported, quantity and month and year.</a:t>
            </a:r>
          </a:p>
        </p:txBody>
      </p:sp>
    </p:spTree>
    <p:extLst>
      <p:ext uri="{BB962C8B-B14F-4D97-AF65-F5344CB8AC3E}">
        <p14:creationId xmlns:p14="http://schemas.microsoft.com/office/powerpoint/2010/main" val="33896017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30BF65-C84B-45C3-72CA-AFDA688511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189572"/>
            <a:ext cx="6787747" cy="1593507"/>
          </a:xfrm>
        </p:spPr>
        <p:txBody>
          <a:bodyPr/>
          <a:lstStyle/>
          <a:p>
            <a:r>
              <a:rPr lang="en-US" dirty="0">
                <a:latin typeface="Calibri"/>
                <a:ea typeface="Calibri"/>
                <a:cs typeface="Calibri"/>
              </a:rPr>
              <a:t>Project Objectives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B8EBC2C-6DD7-5003-38EB-40753046FE8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93725" y="2281238"/>
            <a:ext cx="6788150" cy="3709987"/>
          </a:xfrm>
        </p:spPr>
        <p:txBody>
          <a:bodyPr vert="horz" lIns="0" tIns="457200" rIns="0" bIns="0" rtlCol="0" anchor="t">
            <a:normAutofit/>
          </a:bodyPr>
          <a:lstStyle/>
          <a:p>
            <a:pPr marL="283210" indent="-283210">
              <a:lnSpc>
                <a:spcPct val="100000"/>
              </a:lnSpc>
            </a:pPr>
            <a:r>
              <a:rPr lang="en-US" b="0" dirty="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Collect &amp; Organize the trade statistics</a:t>
            </a:r>
          </a:p>
          <a:p>
            <a:pPr marL="283210" indent="-283210">
              <a:lnSpc>
                <a:spcPct val="100000"/>
              </a:lnSpc>
            </a:pPr>
            <a:r>
              <a:rPr lang="en-US" b="0" dirty="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Generate a clean, consistent dataset</a:t>
            </a:r>
          </a:p>
          <a:p>
            <a:pPr marL="283210" indent="-283210">
              <a:lnSpc>
                <a:spcPct val="100000"/>
              </a:lnSpc>
            </a:pPr>
            <a:r>
              <a:rPr lang="en-US" b="0" dirty="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Dataset analysis</a:t>
            </a:r>
          </a:p>
        </p:txBody>
      </p:sp>
    </p:spTree>
    <p:extLst>
      <p:ext uri="{BB962C8B-B14F-4D97-AF65-F5344CB8AC3E}">
        <p14:creationId xmlns:p14="http://schemas.microsoft.com/office/powerpoint/2010/main" val="33466857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F172F4-14A5-E095-86BC-5536A6B8B3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2AC5F7-8144-1C6A-C3E0-C644EBCDEB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580054"/>
            <a:ext cx="9778365" cy="1494596"/>
          </a:xfrm>
        </p:spPr>
        <p:txBody>
          <a:bodyPr/>
          <a:lstStyle/>
          <a:p>
            <a:r>
              <a:rPr lang="en-US" dirty="0">
                <a:latin typeface="Calibri"/>
                <a:ea typeface="Calibri"/>
                <a:cs typeface="Calibri"/>
              </a:rPr>
              <a:t>Data Collection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87772F-ABCF-EBAF-2923-8D4DC5855D61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1600775" y="5115075"/>
            <a:ext cx="4490827" cy="944981"/>
          </a:xfrm>
        </p:spPr>
        <p:txBody>
          <a:bodyPr vert="horz" lIns="0" tIns="45720" rIns="0" bIns="0" rtlCol="0" anchor="t">
            <a:normAutofit/>
          </a:bodyPr>
          <a:lstStyle/>
          <a:p>
            <a:pPr marL="283210" lvl="1" indent="0">
              <a:buNone/>
            </a:pPr>
            <a:endParaRPr lang="en-US" sz="2400" b="1" dirty="0">
              <a:solidFill>
                <a:srgbClr val="0070C0"/>
              </a:solidFill>
            </a:endParaRPr>
          </a:p>
          <a:p>
            <a:pPr marL="283210" lvl="1" indent="0">
              <a:buNone/>
            </a:pPr>
            <a:endParaRPr lang="en-US" sz="2400" b="1" dirty="0">
              <a:solidFill>
                <a:srgbClr val="0070C0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AEBBA3C-C2AC-FBE8-8293-FC602946B71F}"/>
              </a:ext>
            </a:extLst>
          </p:cNvPr>
          <p:cNvSpPr txBox="1"/>
          <p:nvPr/>
        </p:nvSpPr>
        <p:spPr>
          <a:xfrm>
            <a:off x="762000" y="2468880"/>
            <a:ext cx="579120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dirty="0"/>
              <a:t>Da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90600A4-F369-0ED5-3B72-8993D9867B9F}"/>
              </a:ext>
            </a:extLst>
          </p:cNvPr>
          <p:cNvSpPr txBox="1"/>
          <p:nvPr/>
        </p:nvSpPr>
        <p:spPr>
          <a:xfrm>
            <a:off x="589472" y="2466580"/>
            <a:ext cx="9046232" cy="369331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Data Source:  </a:t>
            </a:r>
            <a:r>
              <a:rPr lang="en-US" sz="2400" b="1" dirty="0">
                <a:solidFill>
                  <a:srgbClr val="0070C0"/>
                </a:solidFill>
                <a:latin typeface="Calibri"/>
                <a:ea typeface="Calibri"/>
                <a:cs typeface="Calibri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https://www.commerce.gov.in/</a:t>
            </a:r>
            <a:endParaRPr lang="en-US" sz="2400">
              <a:solidFill>
                <a:schemeClr val="bg1"/>
              </a:solidFill>
              <a:latin typeface="Calibri"/>
              <a:ea typeface="Calibri"/>
              <a:cs typeface="Calibri"/>
            </a:endParaRPr>
          </a:p>
          <a:p>
            <a:endParaRPr lang="en-US" sz="2400" b="1" dirty="0">
              <a:solidFill>
                <a:srgbClr val="0070C0"/>
              </a:solidFill>
              <a:latin typeface="Calibri"/>
              <a:ea typeface="Calibri"/>
              <a:cs typeface="Calibri"/>
            </a:endParaRPr>
          </a:p>
          <a:p>
            <a:r>
              <a:rPr lang="en-US" sz="2400" b="1" dirty="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Tools used:</a:t>
            </a:r>
          </a:p>
          <a:p>
            <a:pPr>
              <a:lnSpc>
                <a:spcPct val="150000"/>
              </a:lnSpc>
            </a:pPr>
            <a:r>
              <a:rPr lang="en-US" sz="2400" b="1" err="1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Jupyter</a:t>
            </a:r>
            <a:r>
              <a:rPr lang="en-US" sz="2400" b="1" dirty="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 Notebook : </a:t>
            </a:r>
            <a:r>
              <a:rPr lang="en-US" sz="2400" dirty="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For Dataset Creation </a:t>
            </a:r>
          </a:p>
          <a:p>
            <a:pPr>
              <a:lnSpc>
                <a:spcPct val="150000"/>
              </a:lnSpc>
            </a:pPr>
            <a:r>
              <a:rPr lang="en-US" sz="2400" b="1" err="1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BeautifulSoup</a:t>
            </a:r>
            <a:r>
              <a:rPr lang="en-US" sz="2400" b="1" dirty="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 :</a:t>
            </a:r>
            <a:r>
              <a:rPr lang="en-US" sz="2400" b="1" dirty="0">
                <a:solidFill>
                  <a:srgbClr val="0070C0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400" dirty="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Web</a:t>
            </a:r>
            <a:r>
              <a:rPr lang="en-US" sz="2400" b="1" dirty="0">
                <a:solidFill>
                  <a:srgbClr val="0070C0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400" dirty="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scraping</a:t>
            </a:r>
          </a:p>
          <a:p>
            <a:pPr>
              <a:lnSpc>
                <a:spcPct val="150000"/>
              </a:lnSpc>
            </a:pPr>
            <a:r>
              <a:rPr lang="en-US" sz="2400" b="1" dirty="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Pandas : </a:t>
            </a:r>
            <a:r>
              <a:rPr lang="en-US" sz="2400" dirty="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for merging, filtering</a:t>
            </a:r>
          </a:p>
          <a:p>
            <a:pPr>
              <a:lnSpc>
                <a:spcPct val="150000"/>
              </a:lnSpc>
            </a:pPr>
            <a:r>
              <a:rPr lang="en-US" sz="2400" b="1" dirty="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Tableau and Power BI : </a:t>
            </a:r>
            <a:r>
              <a:rPr lang="en-US" sz="2400" dirty="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Data Analysis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84931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38E8ED-73B5-854D-CD86-12094EF3ED0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16979" y="282081"/>
            <a:ext cx="10991454" cy="3999060"/>
          </a:xfrm>
        </p:spPr>
        <p:txBody>
          <a:bodyPr vert="horz" lIns="0" tIns="274320" rIns="91440" bIns="45720" rtlCol="0" anchor="t">
            <a:normAutofit/>
          </a:bodyPr>
          <a:lstStyle/>
          <a:p>
            <a:pPr marL="342900" indent="-342900">
              <a:buChar char="•"/>
            </a:pPr>
            <a:r>
              <a:rPr lang="en-US" sz="2800" dirty="0"/>
              <a:t>We have collected the Trade data of year 2022 to 2024 for both Import and Export in India.</a:t>
            </a:r>
          </a:p>
          <a:p>
            <a:pPr marL="342900" indent="-342900">
              <a:buChar char="•"/>
            </a:pPr>
            <a:r>
              <a:rPr lang="en-US" sz="2800" dirty="0"/>
              <a:t>Our Dataset content </a:t>
            </a:r>
            <a:r>
              <a:rPr lang="en-US" sz="2800" b="1" dirty="0"/>
              <a:t>~6 Million</a:t>
            </a:r>
            <a:r>
              <a:rPr lang="en-US" sz="2800" dirty="0"/>
              <a:t> Filtered data.</a:t>
            </a:r>
          </a:p>
          <a:p>
            <a:pPr marL="342900" indent="-342900">
              <a:buChar char="•"/>
            </a:pPr>
            <a:r>
              <a:rPr lang="en-US" sz="2800" b="1" dirty="0"/>
              <a:t>Example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6D4DFB6-6CC0-B106-1B10-ABFC1F47BF3C}"/>
              </a:ext>
            </a:extLst>
          </p:cNvPr>
          <p:cNvSpPr/>
          <p:nvPr/>
        </p:nvSpPr>
        <p:spPr>
          <a:xfrm>
            <a:off x="-2188" y="3462130"/>
            <a:ext cx="6228521" cy="3395869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Picture 1" descr="A screenshot of a computer code&#10;&#10;AI-generated content may be incorrect.">
            <a:extLst>
              <a:ext uri="{FF2B5EF4-FFF2-40B4-BE49-F238E27FC236}">
                <a16:creationId xmlns:a16="http://schemas.microsoft.com/office/drawing/2014/main" id="{4935459B-941C-3A8B-5324-075924F4EE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4509" y="2755151"/>
            <a:ext cx="5334000" cy="3648075"/>
          </a:xfrm>
          <a:prstGeom prst="rect">
            <a:avLst/>
          </a:prstGeom>
        </p:spPr>
      </p:pic>
      <p:pic>
        <p:nvPicPr>
          <p:cNvPr id="6" name="Picture 5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EBA0F561-1AC5-B485-1D10-1F2FF07679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1975" y="2755691"/>
            <a:ext cx="5855899" cy="36469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21195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759DC4-8B30-98A0-5BAB-C78BA4A4AD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485955"/>
            <a:ext cx="10972800" cy="1574317"/>
          </a:xfrm>
        </p:spPr>
        <p:txBody>
          <a:bodyPr/>
          <a:lstStyle/>
          <a:p>
            <a:r>
              <a:rPr lang="en-US" dirty="0">
                <a:latin typeface="Calibri"/>
                <a:ea typeface="Calibri"/>
                <a:cs typeface="Calibri"/>
              </a:rPr>
              <a:t>Flowchart</a:t>
            </a:r>
          </a:p>
        </p:txBody>
      </p:sp>
      <p:graphicFrame>
        <p:nvGraphicFramePr>
          <p:cNvPr id="11" name="Diagram 10">
            <a:extLst>
              <a:ext uri="{FF2B5EF4-FFF2-40B4-BE49-F238E27FC236}">
                <a16:creationId xmlns:a16="http://schemas.microsoft.com/office/drawing/2014/main" id="{EC98E84A-9014-420E-CF44-DE36705B4D9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784518244"/>
              </p:ext>
            </p:extLst>
          </p:nvPr>
        </p:nvGraphicFramePr>
        <p:xfrm>
          <a:off x="3439160" y="985566"/>
          <a:ext cx="8128000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8507688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10C1B7-6E4E-3DEE-50C0-1CA3B14303E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94360" y="411479"/>
            <a:ext cx="5486400" cy="3291840"/>
          </a:xfrm>
        </p:spPr>
        <p:txBody>
          <a:bodyPr/>
          <a:lstStyle/>
          <a:p>
            <a:r>
              <a:rPr lang="en-US" dirty="0">
                <a:latin typeface="Calibri"/>
                <a:ea typeface="Calibri"/>
                <a:cs typeface="Calibri"/>
              </a:rPr>
              <a:t>Trade Analysis</a:t>
            </a:r>
          </a:p>
        </p:txBody>
      </p:sp>
    </p:spTree>
    <p:extLst>
      <p:ext uri="{BB962C8B-B14F-4D97-AF65-F5344CB8AC3E}">
        <p14:creationId xmlns:p14="http://schemas.microsoft.com/office/powerpoint/2010/main" val="42611324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5346ED-721D-85EE-2F1B-A31D0912DE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580054"/>
            <a:ext cx="9778365" cy="1494596"/>
          </a:xfrm>
        </p:spPr>
        <p:txBody>
          <a:bodyPr/>
          <a:lstStyle/>
          <a:p>
            <a:r>
              <a:rPr lang="en-US" dirty="0">
                <a:latin typeface="Calibri"/>
                <a:ea typeface="Calibri"/>
                <a:cs typeface="Calibri"/>
              </a:rPr>
              <a:t>Year-Wise Total Import in Crores</a:t>
            </a:r>
          </a:p>
        </p:txBody>
      </p:sp>
      <p:pic>
        <p:nvPicPr>
          <p:cNvPr id="3" name="Picture 2" descr="A blue pie chart with white text&#10;&#10;AI-generated content may be incorrect.">
            <a:extLst>
              <a:ext uri="{FF2B5EF4-FFF2-40B4-BE49-F238E27FC236}">
                <a16:creationId xmlns:a16="http://schemas.microsoft.com/office/drawing/2014/main" id="{6C7C49A6-62D5-7782-5095-20163626B161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23894" y="2592328"/>
            <a:ext cx="6544214" cy="36861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848429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4D02A7-5607-19E7-1B49-CF66586630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FF24C7-41B4-25FA-DCEC-A58227A8A5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580054"/>
            <a:ext cx="9778365" cy="1494596"/>
          </a:xfrm>
        </p:spPr>
        <p:txBody>
          <a:bodyPr/>
          <a:lstStyle/>
          <a:p>
            <a:r>
              <a:rPr lang="en-US" dirty="0">
                <a:latin typeface="Calibri"/>
                <a:ea typeface="Calibri"/>
                <a:cs typeface="Calibri"/>
              </a:rPr>
              <a:t>Year-Wise Total Export in Crores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B5B0FA58-061D-B33E-2C12-C674EBBE173A}"/>
              </a:ext>
            </a:extLst>
          </p:cNvPr>
          <p:cNvPicPr>
            <a:picLocks noGrp="1" noChangeAspect="1"/>
          </p:cNvPicPr>
          <p:nvPr>
            <p:ph sz="quarter" idx="15"/>
          </p:nvPr>
        </p:nvPicPr>
        <p:blipFill>
          <a:blip r:embed="rId3"/>
          <a:stretch>
            <a:fillRect/>
          </a:stretch>
        </p:blipFill>
        <p:spPr>
          <a:xfrm>
            <a:off x="3052887" y="2262796"/>
            <a:ext cx="6000450" cy="43530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191310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C49C89AD-EF22-4014-2C6A-D00D28A43868}"/>
              </a:ext>
            </a:extLst>
          </p:cNvPr>
          <p:cNvSpPr/>
          <p:nvPr/>
        </p:nvSpPr>
        <p:spPr>
          <a:xfrm>
            <a:off x="5516217" y="3296478"/>
            <a:ext cx="3329608" cy="1275521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 descr="A graph of numbers and a bar&#10;&#10;AI-generated content may be incorrect.">
            <a:extLst>
              <a:ext uri="{FF2B5EF4-FFF2-40B4-BE49-F238E27FC236}">
                <a16:creationId xmlns:a16="http://schemas.microsoft.com/office/drawing/2014/main" id="{EA78FEF1-220B-8730-4300-17B4E42B00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4552" y="1443127"/>
            <a:ext cx="9446104" cy="4978160"/>
          </a:xfrm>
          <a:prstGeom prst="rect">
            <a:avLst/>
          </a:prstGeom>
        </p:spPr>
      </p:pic>
      <p:sp>
        <p:nvSpPr>
          <p:cNvPr id="10" name="TextBox 8">
            <a:extLst>
              <a:ext uri="{FF2B5EF4-FFF2-40B4-BE49-F238E27FC236}">
                <a16:creationId xmlns:a16="http://schemas.microsoft.com/office/drawing/2014/main" id="{C960A9F6-1F38-CEB9-CF7D-33E1A37FC994}"/>
              </a:ext>
            </a:extLst>
          </p:cNvPr>
          <p:cNvSpPr txBox="1"/>
          <p:nvPr/>
        </p:nvSpPr>
        <p:spPr>
          <a:xfrm>
            <a:off x="709804" y="415693"/>
            <a:ext cx="9210260" cy="769441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4400" b="1" dirty="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India Export To Top 15 Country </a:t>
            </a:r>
          </a:p>
        </p:txBody>
      </p:sp>
    </p:spTree>
    <p:extLst>
      <p:ext uri="{BB962C8B-B14F-4D97-AF65-F5344CB8AC3E}">
        <p14:creationId xmlns:p14="http://schemas.microsoft.com/office/powerpoint/2010/main" val="69006976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408144B-BD22-03B8-C597-290B188072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BD42FB19-2433-B5CE-FEC1-B0A9AD67A87E}"/>
              </a:ext>
            </a:extLst>
          </p:cNvPr>
          <p:cNvSpPr/>
          <p:nvPr/>
        </p:nvSpPr>
        <p:spPr>
          <a:xfrm>
            <a:off x="5516217" y="3296478"/>
            <a:ext cx="3329608" cy="1275521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8">
            <a:extLst>
              <a:ext uri="{FF2B5EF4-FFF2-40B4-BE49-F238E27FC236}">
                <a16:creationId xmlns:a16="http://schemas.microsoft.com/office/drawing/2014/main" id="{5C32BFC7-D0D2-FE90-083C-DD9080CAC3DA}"/>
              </a:ext>
            </a:extLst>
          </p:cNvPr>
          <p:cNvSpPr txBox="1"/>
          <p:nvPr/>
        </p:nvSpPr>
        <p:spPr>
          <a:xfrm>
            <a:off x="709804" y="415693"/>
            <a:ext cx="9210260" cy="769441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4400" b="1" dirty="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India Import From Top 15 Country </a:t>
            </a:r>
          </a:p>
        </p:txBody>
      </p:sp>
      <p:pic>
        <p:nvPicPr>
          <p:cNvPr id="3" name="Picture 2" descr="A graph of numbers and a bar&#10;&#10;AI-generated content may be incorrect.">
            <a:extLst>
              <a:ext uri="{FF2B5EF4-FFF2-40B4-BE49-F238E27FC236}">
                <a16:creationId xmlns:a16="http://schemas.microsoft.com/office/drawing/2014/main" id="{67723E95-BF18-5F67-5804-BCC37A1B10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1779" y="1533704"/>
            <a:ext cx="8888442" cy="48113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538253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6BDC02-2E2F-354F-CFC0-F477C6EB47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99172B-CE49-50D7-4073-E1C938BB3E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580054"/>
            <a:ext cx="9778365" cy="1494596"/>
          </a:xfrm>
        </p:spPr>
        <p:txBody>
          <a:bodyPr/>
          <a:lstStyle/>
          <a:p>
            <a:r>
              <a:rPr lang="en-US" dirty="0">
                <a:latin typeface="Calibri"/>
                <a:ea typeface="Calibri"/>
                <a:cs typeface="Calibri"/>
              </a:rPr>
              <a:t>Reference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6FE788-0EA9-03F8-40A1-6B1B94222D9E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292435" y="2498396"/>
            <a:ext cx="4490827" cy="944981"/>
          </a:xfrm>
        </p:spPr>
        <p:txBody>
          <a:bodyPr>
            <a:normAutofit/>
          </a:bodyPr>
          <a:lstStyle/>
          <a:p>
            <a:pPr lvl="1" indent="0">
              <a:buNone/>
            </a:pPr>
            <a:r>
              <a:rPr lang="en-US" sz="2400" b="1" dirty="0">
                <a:solidFill>
                  <a:srgbClr val="0070C0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https://www.commerce.gov.in/</a:t>
            </a:r>
            <a:endParaRPr lang="en-US" sz="2400" b="1" dirty="0">
              <a:solidFill>
                <a:srgbClr val="0070C0"/>
              </a:solidFill>
            </a:endParaRPr>
          </a:p>
          <a:p>
            <a:pPr lvl="1" indent="0">
              <a:buNone/>
            </a:pPr>
            <a:endParaRPr lang="en-US" sz="2400" b="1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0442905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F5F0E9-88BE-F682-F8C9-3118AA625B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9866F2-FABE-4328-C2E8-B2D68EAD2D6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94360" y="411479"/>
            <a:ext cx="5486400" cy="3291840"/>
          </a:xfrm>
        </p:spPr>
        <p:txBody>
          <a:bodyPr/>
          <a:lstStyle/>
          <a:p>
            <a:r>
              <a:rPr lang="en-US" dirty="0">
                <a:latin typeface="Calibri"/>
                <a:ea typeface="Calibri"/>
                <a:cs typeface="Calibri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1871829715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Swiss">
      <a:dk1>
        <a:srgbClr val="000000"/>
      </a:dk1>
      <a:lt1>
        <a:srgbClr val="FFFFFF"/>
      </a:lt1>
      <a:dk2>
        <a:srgbClr val="E4E4E4"/>
      </a:dk2>
      <a:lt2>
        <a:srgbClr val="7CA655"/>
      </a:lt2>
      <a:accent1>
        <a:srgbClr val="A9D4DB"/>
      </a:accent1>
      <a:accent2>
        <a:srgbClr val="FBE284"/>
      </a:accent2>
      <a:accent3>
        <a:srgbClr val="4495A2"/>
      </a:accent3>
      <a:accent4>
        <a:srgbClr val="AA5881"/>
      </a:accent4>
      <a:accent5>
        <a:srgbClr val="E06742"/>
      </a:accent5>
      <a:accent6>
        <a:srgbClr val="F9D448"/>
      </a:accent6>
      <a:hlink>
        <a:srgbClr val="4495A2"/>
      </a:hlink>
      <a:folHlink>
        <a:srgbClr val="AA5881"/>
      </a:folHlink>
    </a:clrScheme>
    <a:fontScheme name="Custom 175">
      <a:majorFont>
        <a:latin typeface="Franklin Gothic Demi"/>
        <a:ea typeface=""/>
        <a:cs typeface=""/>
      </a:majorFont>
      <a:minorFont>
        <a:latin typeface="Franklin Gothic Book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M78853419_Win32_SL_V5" id="{958D2C9E-948D-4354-BF9D-DF8AE3C2B240}" vid="{22D4A967-05D2-4D72-8594-54CFF3414833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Background xmlns="71af3243-3dd4-4a8d-8c0d-dd76da1f02a5">false</Background>
    <Status xmlns="71af3243-3dd4-4a8d-8c0d-dd76da1f02a5">Not started</Status>
    <_ip_UnifiedCompliancePolicyUIAction xmlns="http://schemas.microsoft.com/sharepoint/v3" xsi:nil="true"/>
    <Image xmlns="71af3243-3dd4-4a8d-8c0d-dd76da1f02a5">
      <Url xsi:nil="true"/>
      <Description xsi:nil="true"/>
    </Image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92DB9E12-8AC3-4138-BF4D-720A5525AB1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C21FFAC0-05A2-416A-B06C-C248395482CF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4F4B194E-8B30-4377-8C59-ECFB902D2A26}">
  <ds:schemaRefs>
    <ds:schemaRef ds:uri="http://schemas.microsoft.com/office/2006/metadata/properties"/>
    <ds:schemaRef ds:uri="http://schemas.microsoft.com/office/infopath/2007/PartnerControls"/>
    <ds:schemaRef ds:uri="71af3243-3dd4-4a8d-8c0d-dd76da1f02a5"/>
    <ds:schemaRef ds:uri="http://schemas.microsoft.com/sharepoint/v3"/>
    <ds:schemaRef ds:uri="230e9df3-be65-4c73-a93b-d1236ebd677e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Geometric annual presentation</Template>
  <TotalTime>161</TotalTime>
  <Words>241</Words>
  <Application>Microsoft Office PowerPoint</Application>
  <PresentationFormat>Widescreen</PresentationFormat>
  <Paragraphs>40</Paragraphs>
  <Slides>13</Slides>
  <Notes>8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4" baseType="lpstr">
      <vt:lpstr>Custom</vt:lpstr>
      <vt:lpstr>Trade Statistics of India</vt:lpstr>
      <vt:lpstr>Problem Statement</vt:lpstr>
      <vt:lpstr>Project Objectives</vt:lpstr>
      <vt:lpstr>Data Collection</vt:lpstr>
      <vt:lpstr>PowerPoint Presentation</vt:lpstr>
      <vt:lpstr>Flowchart</vt:lpstr>
      <vt:lpstr>Trade Analysis</vt:lpstr>
      <vt:lpstr>Year-Wise Total Import in Crores</vt:lpstr>
      <vt:lpstr>Year-Wise Total Export in Crores</vt:lpstr>
      <vt:lpstr>PowerPoint Presentation</vt:lpstr>
      <vt:lpstr>PowerPoint Presentation</vt:lpstr>
      <vt:lpstr>Reference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Narendra Kumar</dc:creator>
  <cp:lastModifiedBy>Narendra Kumar</cp:lastModifiedBy>
  <cp:revision>513</cp:revision>
  <dcterms:created xsi:type="dcterms:W3CDTF">2025-08-28T13:01:12Z</dcterms:created>
  <dcterms:modified xsi:type="dcterms:W3CDTF">2025-11-13T13:19:09Z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